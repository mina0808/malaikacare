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6895974-1B8E-A5E1-577B-44B93C31F3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A42045B-F265-E87A-077D-3E717A9BD6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924FE52-7465-8472-8A3A-B11D69D48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06079-93F4-4999-854F-372D53FBF605}" type="datetimeFigureOut">
              <a:rPr lang="fr-FR" smtClean="0"/>
              <a:t>07/08/2024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07B8DDE-C27D-7569-9751-21F1E2A75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5AE3C5F-B744-B19A-797C-6CD7174B8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8958B-5279-4118-A3E8-8B8D9DF5DC4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7209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66A5EFD-BE1F-CFB3-F4BB-D4C0122AB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D8D7BA2-FCA7-FEB8-FEC5-F239152440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4E073C1-D32D-2208-4B91-66F3FCC85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06079-93F4-4999-854F-372D53FBF605}" type="datetimeFigureOut">
              <a:rPr lang="fr-FR" smtClean="0"/>
              <a:t>07/08/2024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CA37441-D464-D4FD-2DD1-51A6C87B9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BABF807-4164-6256-8A3C-5100C63F4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8958B-5279-4118-A3E8-8B8D9DF5DC4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0366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00821A-F622-914D-6176-B0D89239D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471B986-CBED-9BCE-6958-41DBBAF44C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5775965-3921-FC93-74F5-2D9A705BD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06079-93F4-4999-854F-372D53FBF605}" type="datetimeFigureOut">
              <a:rPr lang="fr-FR" smtClean="0"/>
              <a:t>07/08/2024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AD1685F-7AD8-0B5C-EE7A-E741A5AC7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AF6254E-9EFE-8105-D074-7DE7013D7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8958B-5279-4118-A3E8-8B8D9DF5DC4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464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275220-4EB7-FF63-5595-C123CCC78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0761F0C-CA7F-5C07-F1A1-8D79A99520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AED67D6-505B-3A9E-1ADB-06F7BD9D57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3A87D49-30A3-EDBA-44A3-EB8FAFE1B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06079-93F4-4999-854F-372D53FBF605}" type="datetimeFigureOut">
              <a:rPr lang="fr-FR" smtClean="0"/>
              <a:t>07/08/2024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87C277E-6AE8-F3BB-A4CC-01DAC1082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2DB88C4-A780-0467-CAAD-917EA8CA1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8958B-5279-4118-A3E8-8B8D9DF5DC4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6161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DAF594-6122-6093-807D-FE9D74CFB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7DA23A4-C941-D567-E04C-7E899FFD2D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BDB55C9-787E-865B-6301-FAC26F585B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911809B8-DE62-F2FD-C2CE-DCCF30A2EC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D8CACEB-8943-103B-2A94-16289E5C8B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45F19FFE-0B7F-1060-8836-098F14913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06079-93F4-4999-854F-372D53FBF605}" type="datetimeFigureOut">
              <a:rPr lang="fr-FR" smtClean="0"/>
              <a:t>07/08/2024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0B3E4AA-ADB2-3172-F67F-FCD932A01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DFDE6E7E-130C-0A44-5EAB-2BB363610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8958B-5279-4118-A3E8-8B8D9DF5DC4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74240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A4343F0-694F-3BAD-8B29-1B041D114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44D10E9-CF93-035C-9D9A-BF28C168D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06079-93F4-4999-854F-372D53FBF605}" type="datetimeFigureOut">
              <a:rPr lang="fr-FR" smtClean="0"/>
              <a:t>07/08/2024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1CB9811-52AA-00A5-DD03-D98485A69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5077FDC-2925-B44C-E2D9-F6008F216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8958B-5279-4118-A3E8-8B8D9DF5DC4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3047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AEE6DB46-5D61-567A-F6DE-C3EF7614F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06079-93F4-4999-854F-372D53FBF605}" type="datetimeFigureOut">
              <a:rPr lang="fr-FR" smtClean="0"/>
              <a:t>07/08/2024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6556BA66-1B7C-5FD8-0952-05B2098FE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A91E85D-35DD-9D4B-394E-4BBDED33C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8958B-5279-4118-A3E8-8B8D9DF5DC4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50172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9E25783-C9E9-0B58-3E0F-B184AC757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667A75E-7A2E-2BEF-5BDE-BF15BC9690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C0C1135-AD39-B295-2D3B-AD3C8BC0D8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65C7D1E-900E-3C20-5423-5C76454D5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06079-93F4-4999-854F-372D53FBF605}" type="datetimeFigureOut">
              <a:rPr lang="fr-FR" smtClean="0"/>
              <a:t>07/08/2024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4D4A0E1-BE01-F04F-7CA8-33C25E9BF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32277DF-EB91-0926-9248-45AA9EEF4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8958B-5279-4118-A3E8-8B8D9DF5DC4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230280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07F30D6-2330-01E2-B400-6DC57186B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A9C53EF9-2BE6-B1CA-94EF-B2422B872E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BBC48A1-C9E7-C112-D612-A8864ED207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2992D49-4550-7C23-67A3-0D9F4A360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06079-93F4-4999-854F-372D53FBF605}" type="datetimeFigureOut">
              <a:rPr lang="fr-FR" smtClean="0"/>
              <a:t>07/08/2024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7DA2C05-035E-E024-4D53-6A9724762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00A8F64-D1A1-E699-D043-4C1845B7F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8958B-5279-4118-A3E8-8B8D9DF5DC4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0165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30F1B04-0A55-BEEF-950D-B0FA50684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FF3D788-B2BD-4AF7-6E3E-7E0A195E89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40C13DA-B381-899E-E420-12436E4AE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06079-93F4-4999-854F-372D53FBF605}" type="datetimeFigureOut">
              <a:rPr lang="fr-FR" smtClean="0"/>
              <a:t>07/08/2024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D662961-D9C2-F4F9-034B-BBA065A28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77F1D13-4EA8-84FF-87A7-58AF28B71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8958B-5279-4118-A3E8-8B8D9DF5DC4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3238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FCCC1EF-2239-85DE-498F-A407D37D6F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976543B-0F30-40B3-6289-8B3161AF07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D982BC5-47FD-AB48-0C8E-E2E6BDA9E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06079-93F4-4999-854F-372D53FBF605}" type="datetimeFigureOut">
              <a:rPr lang="fr-FR" smtClean="0"/>
              <a:t>07/08/2024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0C087CB-AEDE-CBB6-DF15-8C0699543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E07097F-1215-A5F8-B8A0-4FAF91A66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8958B-5279-4118-A3E8-8B8D9DF5DC4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26388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A4427AB2-6591-5B27-382B-BA9F9260D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1701D08-8DB0-02B2-F641-7953F6676E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88E96A2-6697-29F6-635A-A5CC6C99CB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406079-93F4-4999-854F-372D53FBF605}" type="datetimeFigureOut">
              <a:rPr lang="fr-FR" smtClean="0"/>
              <a:t>07/08/2024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7838FB6-40C4-B704-6D3C-BCF0A3ACF8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D5C0C2D-FF8E-6CDC-D5F9-D6AA008A9D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08958B-5279-4118-A3E8-8B8D9DF5DC4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31653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0" name="Tableau 6">
            <a:extLst>
              <a:ext uri="{FF2B5EF4-FFF2-40B4-BE49-F238E27FC236}">
                <a16:creationId xmlns:a16="http://schemas.microsoft.com/office/drawing/2014/main" id="{6C87B61F-14CF-C865-181E-7B8BDB0FB9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7832277"/>
              </p:ext>
            </p:extLst>
          </p:nvPr>
        </p:nvGraphicFramePr>
        <p:xfrm>
          <a:off x="0" y="701529"/>
          <a:ext cx="12010316" cy="577940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18160">
                  <a:extLst>
                    <a:ext uri="{9D8B030D-6E8A-4147-A177-3AD203B41FA5}">
                      <a16:colId xmlns:a16="http://schemas.microsoft.com/office/drawing/2014/main" val="2589993025"/>
                    </a:ext>
                  </a:extLst>
                </a:gridCol>
                <a:gridCol w="11492156">
                  <a:extLst>
                    <a:ext uri="{9D8B030D-6E8A-4147-A177-3AD203B41FA5}">
                      <a16:colId xmlns:a16="http://schemas.microsoft.com/office/drawing/2014/main" val="2517534899"/>
                    </a:ext>
                  </a:extLst>
                </a:gridCol>
              </a:tblGrid>
              <a:tr h="301043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100" b="1" kern="1200" spc="300" dirty="0">
                          <a:solidFill>
                            <a:schemeClr val="bg1"/>
                          </a:solidFill>
                          <a:latin typeface="Abadi Extra Light" panose="020B0604020202020204" pitchFamily="34" charset="0"/>
                          <a:ea typeface="+mn-ea"/>
                          <a:cs typeface="Adobe Devanagari" panose="02040503050201020203" pitchFamily="18" charset="0"/>
                        </a:rPr>
                        <a:t>Client</a:t>
                      </a:r>
                      <a:endParaRPr lang="fr-SN" sz="1100" b="1" kern="1200" spc="300" dirty="0">
                        <a:solidFill>
                          <a:schemeClr val="bg1"/>
                        </a:solidFill>
                        <a:latin typeface="Abadi Extra Light" panose="020B0604020202020204" pitchFamily="34" charset="0"/>
                        <a:ea typeface="+mn-ea"/>
                        <a:cs typeface="Adobe Devanagari" panose="02040503050201020203" pitchFamily="18" charset="0"/>
                      </a:endParaRPr>
                    </a:p>
                  </a:txBody>
                  <a:tcPr vert="vert270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S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5409488"/>
                  </a:ext>
                </a:extLst>
              </a:tr>
              <a:tr h="276897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SN" sz="1100" b="1" kern="1200" spc="300" dirty="0">
                          <a:solidFill>
                            <a:schemeClr val="bg1"/>
                          </a:solidFill>
                          <a:latin typeface="Abadi Extra Light" panose="020B0604020202020204" pitchFamily="34" charset="0"/>
                          <a:ea typeface="+mn-ea"/>
                          <a:cs typeface="Adobe Devanagari" panose="02040503050201020203" pitchFamily="18" charset="0"/>
                        </a:rPr>
                        <a:t>Administrateur</a:t>
                      </a:r>
                    </a:p>
                  </a:txBody>
                  <a:tcPr vert="vert270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S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4897550"/>
                  </a:ext>
                </a:extLst>
              </a:tr>
            </a:tbl>
          </a:graphicData>
        </a:graphic>
      </p:graphicFrame>
      <p:sp>
        <p:nvSpPr>
          <p:cNvPr id="62" name="Rectangle : coins arrondis 53">
            <a:extLst>
              <a:ext uri="{FF2B5EF4-FFF2-40B4-BE49-F238E27FC236}">
                <a16:creationId xmlns:a16="http://schemas.microsoft.com/office/drawing/2014/main" id="{CA7D2E0A-6C60-BC40-C06B-BE29BB61C4C0}"/>
              </a:ext>
            </a:extLst>
          </p:cNvPr>
          <p:cNvSpPr/>
          <p:nvPr/>
        </p:nvSpPr>
        <p:spPr>
          <a:xfrm>
            <a:off x="3461835" y="2453394"/>
            <a:ext cx="1645535" cy="641798"/>
          </a:xfrm>
          <a:prstGeom prst="roundRect">
            <a:avLst/>
          </a:prstGeom>
          <a:solidFill>
            <a:srgbClr val="F3F8FF"/>
          </a:solidFill>
          <a:ln w="15875" cap="rnd">
            <a:solidFill>
              <a:srgbClr val="001D4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 dirty="0">
                <a:ln>
                  <a:noFill/>
                </a:ln>
                <a:solidFill>
                  <a:srgbClr val="001D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Transmettre la signalisation</a:t>
            </a:r>
          </a:p>
        </p:txBody>
      </p:sp>
      <p:sp>
        <p:nvSpPr>
          <p:cNvPr id="63" name="Organigramme : Connecteur 62">
            <a:extLst>
              <a:ext uri="{FF2B5EF4-FFF2-40B4-BE49-F238E27FC236}">
                <a16:creationId xmlns:a16="http://schemas.microsoft.com/office/drawing/2014/main" id="{1E73D88D-A21A-D3D9-02E3-B32270D45D4F}"/>
              </a:ext>
            </a:extLst>
          </p:cNvPr>
          <p:cNvSpPr/>
          <p:nvPr/>
        </p:nvSpPr>
        <p:spPr>
          <a:xfrm>
            <a:off x="667825" y="1213396"/>
            <a:ext cx="246438" cy="259862"/>
          </a:xfrm>
          <a:prstGeom prst="flowChartConnector">
            <a:avLst/>
          </a:prstGeom>
          <a:solidFill>
            <a:srgbClr val="A1D7C8"/>
          </a:solidFill>
          <a:ln w="63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600" i="0" u="none" strike="noStrike" kern="1200" cap="none" spc="0" normalizeH="0" baseline="0" noProof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Organigramme : Décision 63">
            <a:extLst>
              <a:ext uri="{FF2B5EF4-FFF2-40B4-BE49-F238E27FC236}">
                <a16:creationId xmlns:a16="http://schemas.microsoft.com/office/drawing/2014/main" id="{62BEFD7E-B4F0-4300-5E16-8215FFCEF43F}"/>
              </a:ext>
            </a:extLst>
          </p:cNvPr>
          <p:cNvSpPr/>
          <p:nvPr/>
        </p:nvSpPr>
        <p:spPr>
          <a:xfrm>
            <a:off x="9816203" y="3830154"/>
            <a:ext cx="1537813" cy="736325"/>
          </a:xfrm>
          <a:prstGeom prst="flowChartDecision">
            <a:avLst/>
          </a:prstGeom>
          <a:solidFill>
            <a:srgbClr val="F3F8FF"/>
          </a:solidFill>
          <a:ln w="15875" cap="rnd">
            <a:solidFill>
              <a:srgbClr val="001D4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 dirty="0">
                <a:ln>
                  <a:noFill/>
                </a:ln>
                <a:solidFill>
                  <a:srgbClr val="001D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Valider le paiement</a:t>
            </a:r>
          </a:p>
        </p:txBody>
      </p:sp>
      <p:cxnSp>
        <p:nvCxnSpPr>
          <p:cNvPr id="65" name="Connecteur en angle 19">
            <a:extLst>
              <a:ext uri="{FF2B5EF4-FFF2-40B4-BE49-F238E27FC236}">
                <a16:creationId xmlns:a16="http://schemas.microsoft.com/office/drawing/2014/main" id="{4ABF6940-B14E-C909-77D7-B1E1CCC5EEC0}"/>
              </a:ext>
            </a:extLst>
          </p:cNvPr>
          <p:cNvCxnSpPr>
            <a:cxnSpLocks/>
            <a:stCxn id="69" idx="3"/>
            <a:endCxn id="62" idx="0"/>
          </p:cNvCxnSpPr>
          <p:nvPr/>
        </p:nvCxnSpPr>
        <p:spPr>
          <a:xfrm flipH="1">
            <a:off x="4284603" y="1131916"/>
            <a:ext cx="984252" cy="1321478"/>
          </a:xfrm>
          <a:prstGeom prst="bentConnector4">
            <a:avLst>
              <a:gd name="adj1" fmla="val -23226"/>
              <a:gd name="adj2" fmla="val 81412"/>
            </a:avLst>
          </a:prstGeom>
          <a:ln w="15875" cap="rnd">
            <a:solidFill>
              <a:schemeClr val="tx1"/>
            </a:solidFill>
            <a:round/>
            <a:headEnd w="lg" len="sm"/>
            <a:tailEnd type="triangle" w="lg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ZoneTexte 58">
            <a:extLst>
              <a:ext uri="{FF2B5EF4-FFF2-40B4-BE49-F238E27FC236}">
                <a16:creationId xmlns:a16="http://schemas.microsoft.com/office/drawing/2014/main" id="{CABEABA8-93F8-2FC8-2D72-2F66B6560F90}"/>
              </a:ext>
            </a:extLst>
          </p:cNvPr>
          <p:cNvSpPr txBox="1"/>
          <p:nvPr/>
        </p:nvSpPr>
        <p:spPr>
          <a:xfrm>
            <a:off x="11233567" y="1335933"/>
            <a:ext cx="776749" cy="2618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FIN</a:t>
            </a:r>
          </a:p>
        </p:txBody>
      </p:sp>
      <p:sp>
        <p:nvSpPr>
          <p:cNvPr id="67" name="Organigramme : Connecteur 59">
            <a:extLst>
              <a:ext uri="{FF2B5EF4-FFF2-40B4-BE49-F238E27FC236}">
                <a16:creationId xmlns:a16="http://schemas.microsoft.com/office/drawing/2014/main" id="{7C740C79-9FA5-97F3-7B8C-5746D53DB806}"/>
              </a:ext>
            </a:extLst>
          </p:cNvPr>
          <p:cNvSpPr/>
          <p:nvPr/>
        </p:nvSpPr>
        <p:spPr>
          <a:xfrm>
            <a:off x="11296754" y="1623190"/>
            <a:ext cx="246438" cy="252461"/>
          </a:xfrm>
          <a:prstGeom prst="flowChartConnector">
            <a:avLst/>
          </a:prstGeom>
          <a:solidFill>
            <a:srgbClr val="C00000"/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600" b="0" i="0" u="none" strike="noStrike" kern="1200" cap="none" spc="0" normalizeH="0" baseline="0" noProof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Organigramme : Décision 67">
            <a:extLst>
              <a:ext uri="{FF2B5EF4-FFF2-40B4-BE49-F238E27FC236}">
                <a16:creationId xmlns:a16="http://schemas.microsoft.com/office/drawing/2014/main" id="{5DF9681F-64EB-324D-DE04-960458F15481}"/>
              </a:ext>
            </a:extLst>
          </p:cNvPr>
          <p:cNvSpPr/>
          <p:nvPr/>
        </p:nvSpPr>
        <p:spPr>
          <a:xfrm>
            <a:off x="1582088" y="830156"/>
            <a:ext cx="1645536" cy="736325"/>
          </a:xfrm>
          <a:prstGeom prst="flowChartDecision">
            <a:avLst/>
          </a:prstGeom>
          <a:solidFill>
            <a:srgbClr val="F3F8FF"/>
          </a:solidFill>
          <a:ln w="15875" cap="rnd">
            <a:solidFill>
              <a:srgbClr val="001D4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100" dirty="0">
                <a:solidFill>
                  <a:srgbClr val="001D44"/>
                </a:solidFill>
                <a:latin typeface="Calibri" panose="020F0502020204030204"/>
              </a:rPr>
              <a:t>Client inscrit ?</a:t>
            </a:r>
            <a:endParaRPr kumimoji="0" lang="fr-FR" sz="1100" b="0" i="0" u="none" strike="noStrike" kern="1200" cap="none" spc="0" normalizeH="0" baseline="0" noProof="0" dirty="0">
              <a:ln>
                <a:noFill/>
              </a:ln>
              <a:solidFill>
                <a:srgbClr val="001D4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" name="Rectangle : coins arrondis 68">
            <a:extLst>
              <a:ext uri="{FF2B5EF4-FFF2-40B4-BE49-F238E27FC236}">
                <a16:creationId xmlns:a16="http://schemas.microsoft.com/office/drawing/2014/main" id="{4E136DEC-6293-D03A-CBCA-785ACC13DFA0}"/>
              </a:ext>
            </a:extLst>
          </p:cNvPr>
          <p:cNvSpPr/>
          <p:nvPr/>
        </p:nvSpPr>
        <p:spPr>
          <a:xfrm>
            <a:off x="3623320" y="811017"/>
            <a:ext cx="1645535" cy="641798"/>
          </a:xfrm>
          <a:prstGeom prst="roundRect">
            <a:avLst/>
          </a:prstGeom>
          <a:solidFill>
            <a:srgbClr val="F3F8FF"/>
          </a:solidFill>
          <a:ln w="15875" cap="rnd">
            <a:solidFill>
              <a:srgbClr val="001D4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 dirty="0">
                <a:ln>
                  <a:noFill/>
                </a:ln>
                <a:solidFill>
                  <a:srgbClr val="001D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Créer une signalisation</a:t>
            </a:r>
          </a:p>
        </p:txBody>
      </p:sp>
      <p:sp>
        <p:nvSpPr>
          <p:cNvPr id="70" name="Rectangle : coins arrondis 53">
            <a:extLst>
              <a:ext uri="{FF2B5EF4-FFF2-40B4-BE49-F238E27FC236}">
                <a16:creationId xmlns:a16="http://schemas.microsoft.com/office/drawing/2014/main" id="{430DCC0D-D18E-87FD-7EDE-C517803B5CB4}"/>
              </a:ext>
            </a:extLst>
          </p:cNvPr>
          <p:cNvSpPr/>
          <p:nvPr/>
        </p:nvSpPr>
        <p:spPr>
          <a:xfrm>
            <a:off x="1582089" y="1917988"/>
            <a:ext cx="1645535" cy="366357"/>
          </a:xfrm>
          <a:prstGeom prst="roundRect">
            <a:avLst/>
          </a:prstGeom>
          <a:solidFill>
            <a:srgbClr val="F3F8FF"/>
          </a:solidFill>
          <a:ln w="15875" cap="rnd">
            <a:solidFill>
              <a:srgbClr val="001D4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 dirty="0">
                <a:ln>
                  <a:noFill/>
                </a:ln>
                <a:solidFill>
                  <a:srgbClr val="001D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Effectuer l’inscription</a:t>
            </a:r>
          </a:p>
        </p:txBody>
      </p:sp>
      <p:cxnSp>
        <p:nvCxnSpPr>
          <p:cNvPr id="71" name="Connecteur en angle 19">
            <a:extLst>
              <a:ext uri="{FF2B5EF4-FFF2-40B4-BE49-F238E27FC236}">
                <a16:creationId xmlns:a16="http://schemas.microsoft.com/office/drawing/2014/main" id="{45D0D0E2-BF77-24C7-DED9-97A918E19AEC}"/>
              </a:ext>
            </a:extLst>
          </p:cNvPr>
          <p:cNvCxnSpPr>
            <a:cxnSpLocks/>
            <a:stCxn id="68" idx="2"/>
            <a:endCxn id="70" idx="0"/>
          </p:cNvCxnSpPr>
          <p:nvPr/>
        </p:nvCxnSpPr>
        <p:spPr>
          <a:xfrm rot="16200000" flipH="1">
            <a:off x="2229103" y="1742233"/>
            <a:ext cx="351507" cy="1"/>
          </a:xfrm>
          <a:prstGeom prst="bentConnector3">
            <a:avLst>
              <a:gd name="adj1" fmla="val 50000"/>
            </a:avLst>
          </a:prstGeom>
          <a:ln w="12700" cap="rnd">
            <a:solidFill>
              <a:srgbClr val="C00000"/>
            </a:solidFill>
            <a:round/>
            <a:headEnd w="lg" len="sm"/>
            <a:tailEnd type="triangle" w="lg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eur en angle 19">
            <a:extLst>
              <a:ext uri="{FF2B5EF4-FFF2-40B4-BE49-F238E27FC236}">
                <a16:creationId xmlns:a16="http://schemas.microsoft.com/office/drawing/2014/main" id="{454E23D8-DC93-0498-4752-6939EB1FCE47}"/>
              </a:ext>
            </a:extLst>
          </p:cNvPr>
          <p:cNvCxnSpPr>
            <a:cxnSpLocks/>
            <a:stCxn id="68" idx="3"/>
            <a:endCxn id="69" idx="1"/>
          </p:cNvCxnSpPr>
          <p:nvPr/>
        </p:nvCxnSpPr>
        <p:spPr>
          <a:xfrm flipV="1">
            <a:off x="3227624" y="1131916"/>
            <a:ext cx="395696" cy="66403"/>
          </a:xfrm>
          <a:prstGeom prst="bentConnector3">
            <a:avLst>
              <a:gd name="adj1" fmla="val 50000"/>
            </a:avLst>
          </a:prstGeom>
          <a:ln w="12700" cap="rnd">
            <a:solidFill>
              <a:srgbClr val="00B050"/>
            </a:solidFill>
            <a:round/>
            <a:headEnd w="lg" len="sm"/>
            <a:tailEnd type="triangle" w="lg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Rectangle : coins arrondis 53">
            <a:extLst>
              <a:ext uri="{FF2B5EF4-FFF2-40B4-BE49-F238E27FC236}">
                <a16:creationId xmlns:a16="http://schemas.microsoft.com/office/drawing/2014/main" id="{6870E82C-E9AC-B2F8-5C24-EB953097F162}"/>
              </a:ext>
            </a:extLst>
          </p:cNvPr>
          <p:cNvSpPr/>
          <p:nvPr/>
        </p:nvSpPr>
        <p:spPr>
          <a:xfrm>
            <a:off x="7920577" y="1169084"/>
            <a:ext cx="1645535" cy="641798"/>
          </a:xfrm>
          <a:prstGeom prst="roundRect">
            <a:avLst/>
          </a:prstGeom>
          <a:solidFill>
            <a:srgbClr val="F3F8FF"/>
          </a:solidFill>
          <a:ln w="15875" cap="rnd">
            <a:solidFill>
              <a:srgbClr val="001D4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 dirty="0">
                <a:ln>
                  <a:noFill/>
                </a:ln>
                <a:solidFill>
                  <a:srgbClr val="001D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Effectuer le paiement</a:t>
            </a:r>
          </a:p>
        </p:txBody>
      </p:sp>
      <p:sp>
        <p:nvSpPr>
          <p:cNvPr id="75" name="Rectangle : coins arrondis 53">
            <a:extLst>
              <a:ext uri="{FF2B5EF4-FFF2-40B4-BE49-F238E27FC236}">
                <a16:creationId xmlns:a16="http://schemas.microsoft.com/office/drawing/2014/main" id="{F04BAE86-FBF3-F5DC-D5AB-AA3BD7FA3756}"/>
              </a:ext>
            </a:extLst>
          </p:cNvPr>
          <p:cNvSpPr/>
          <p:nvPr/>
        </p:nvSpPr>
        <p:spPr>
          <a:xfrm>
            <a:off x="7920578" y="2470444"/>
            <a:ext cx="1645535" cy="641798"/>
          </a:xfrm>
          <a:prstGeom prst="roundRect">
            <a:avLst/>
          </a:prstGeom>
          <a:solidFill>
            <a:srgbClr val="F3F8FF"/>
          </a:solidFill>
          <a:ln w="15875" cap="rnd">
            <a:solidFill>
              <a:srgbClr val="001D4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 dirty="0">
                <a:ln>
                  <a:noFill/>
                </a:ln>
                <a:solidFill>
                  <a:srgbClr val="001D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Choisir le mode livraison</a:t>
            </a:r>
          </a:p>
        </p:txBody>
      </p:sp>
      <p:sp>
        <p:nvSpPr>
          <p:cNvPr id="76" name="Rectangle : coins arrondis 53">
            <a:extLst>
              <a:ext uri="{FF2B5EF4-FFF2-40B4-BE49-F238E27FC236}">
                <a16:creationId xmlns:a16="http://schemas.microsoft.com/office/drawing/2014/main" id="{7B906E07-CEF6-FCA8-631D-ED266C801026}"/>
              </a:ext>
            </a:extLst>
          </p:cNvPr>
          <p:cNvSpPr/>
          <p:nvPr/>
        </p:nvSpPr>
        <p:spPr>
          <a:xfrm>
            <a:off x="8495810" y="4670119"/>
            <a:ext cx="1645535" cy="641798"/>
          </a:xfrm>
          <a:prstGeom prst="roundRect">
            <a:avLst/>
          </a:prstGeom>
          <a:solidFill>
            <a:srgbClr val="F3F8FF"/>
          </a:solidFill>
          <a:ln w="15875" cap="rnd">
            <a:solidFill>
              <a:srgbClr val="001D4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 dirty="0">
                <a:ln>
                  <a:noFill/>
                </a:ln>
                <a:solidFill>
                  <a:srgbClr val="001D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Envoyer une demande de paiement</a:t>
            </a:r>
          </a:p>
        </p:txBody>
      </p:sp>
      <p:sp>
        <p:nvSpPr>
          <p:cNvPr id="77" name="Rectangle : coins arrondis 53">
            <a:extLst>
              <a:ext uri="{FF2B5EF4-FFF2-40B4-BE49-F238E27FC236}">
                <a16:creationId xmlns:a16="http://schemas.microsoft.com/office/drawing/2014/main" id="{C30D74F1-87B6-9166-1248-AB11D71F0142}"/>
              </a:ext>
            </a:extLst>
          </p:cNvPr>
          <p:cNvSpPr/>
          <p:nvPr/>
        </p:nvSpPr>
        <p:spPr>
          <a:xfrm>
            <a:off x="6311796" y="5715587"/>
            <a:ext cx="1278713" cy="452188"/>
          </a:xfrm>
          <a:prstGeom prst="roundRect">
            <a:avLst/>
          </a:prstGeom>
          <a:solidFill>
            <a:srgbClr val="F3F8FF"/>
          </a:solidFill>
          <a:ln w="15875" cap="rnd">
            <a:solidFill>
              <a:srgbClr val="001D4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 dirty="0">
                <a:ln>
                  <a:noFill/>
                </a:ln>
                <a:solidFill>
                  <a:srgbClr val="001D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Expédier le colis</a:t>
            </a:r>
          </a:p>
        </p:txBody>
      </p:sp>
      <p:sp>
        <p:nvSpPr>
          <p:cNvPr id="78" name="Rectangle : coins arrondis 53">
            <a:extLst>
              <a:ext uri="{FF2B5EF4-FFF2-40B4-BE49-F238E27FC236}">
                <a16:creationId xmlns:a16="http://schemas.microsoft.com/office/drawing/2014/main" id="{0E68EE24-46D8-7A33-706D-7EFB888B3BE2}"/>
              </a:ext>
            </a:extLst>
          </p:cNvPr>
          <p:cNvSpPr/>
          <p:nvPr/>
        </p:nvSpPr>
        <p:spPr>
          <a:xfrm>
            <a:off x="6368835" y="4518180"/>
            <a:ext cx="1645535" cy="641798"/>
          </a:xfrm>
          <a:prstGeom prst="roundRect">
            <a:avLst/>
          </a:prstGeom>
          <a:solidFill>
            <a:srgbClr val="F3F8FF"/>
          </a:solidFill>
          <a:ln w="15875" cap="rnd">
            <a:solidFill>
              <a:srgbClr val="001D4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 dirty="0">
                <a:ln>
                  <a:noFill/>
                </a:ln>
                <a:solidFill>
                  <a:srgbClr val="001D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Confirmer le mode d’expédition et le délai prévisionnel</a:t>
            </a:r>
          </a:p>
        </p:txBody>
      </p:sp>
      <p:sp>
        <p:nvSpPr>
          <p:cNvPr id="79" name="Rectangle : coins arrondis 53">
            <a:extLst>
              <a:ext uri="{FF2B5EF4-FFF2-40B4-BE49-F238E27FC236}">
                <a16:creationId xmlns:a16="http://schemas.microsoft.com/office/drawing/2014/main" id="{6F99009C-B800-1E5B-9469-5B2BF8AC00E6}"/>
              </a:ext>
            </a:extLst>
          </p:cNvPr>
          <p:cNvSpPr/>
          <p:nvPr/>
        </p:nvSpPr>
        <p:spPr>
          <a:xfrm>
            <a:off x="2487369" y="4927518"/>
            <a:ext cx="1645535" cy="641798"/>
          </a:xfrm>
          <a:prstGeom prst="roundRect">
            <a:avLst/>
          </a:prstGeom>
          <a:solidFill>
            <a:srgbClr val="F3F8FF"/>
          </a:solidFill>
          <a:ln w="15875" cap="rnd">
            <a:solidFill>
              <a:srgbClr val="001D4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 dirty="0">
                <a:ln>
                  <a:noFill/>
                </a:ln>
                <a:solidFill>
                  <a:srgbClr val="001D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Valider la signalisation</a:t>
            </a:r>
          </a:p>
        </p:txBody>
      </p:sp>
      <p:sp>
        <p:nvSpPr>
          <p:cNvPr id="80" name="Rectangle : coins arrondis 53">
            <a:extLst>
              <a:ext uri="{FF2B5EF4-FFF2-40B4-BE49-F238E27FC236}">
                <a16:creationId xmlns:a16="http://schemas.microsoft.com/office/drawing/2014/main" id="{FC3CD7A1-332F-1027-F1DF-4B8AC22A9479}"/>
              </a:ext>
            </a:extLst>
          </p:cNvPr>
          <p:cNvSpPr/>
          <p:nvPr/>
        </p:nvSpPr>
        <p:spPr>
          <a:xfrm>
            <a:off x="5950336" y="1640377"/>
            <a:ext cx="1645535" cy="641798"/>
          </a:xfrm>
          <a:prstGeom prst="roundRect">
            <a:avLst/>
          </a:prstGeom>
          <a:solidFill>
            <a:srgbClr val="F3F8FF"/>
          </a:solidFill>
          <a:ln w="15875" cap="rnd">
            <a:solidFill>
              <a:srgbClr val="001D4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 dirty="0">
                <a:ln>
                  <a:noFill/>
                </a:ln>
                <a:solidFill>
                  <a:srgbClr val="001D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Corriger la signalisation</a:t>
            </a:r>
          </a:p>
        </p:txBody>
      </p:sp>
      <p:sp>
        <p:nvSpPr>
          <p:cNvPr id="81" name="Rectangle : coins arrondis 53">
            <a:extLst>
              <a:ext uri="{FF2B5EF4-FFF2-40B4-BE49-F238E27FC236}">
                <a16:creationId xmlns:a16="http://schemas.microsoft.com/office/drawing/2014/main" id="{A76D9432-1696-E4C1-0AA1-4C22C039E4A0}"/>
              </a:ext>
            </a:extLst>
          </p:cNvPr>
          <p:cNvSpPr/>
          <p:nvPr/>
        </p:nvSpPr>
        <p:spPr>
          <a:xfrm>
            <a:off x="3371234" y="3876895"/>
            <a:ext cx="1645535" cy="641798"/>
          </a:xfrm>
          <a:prstGeom prst="roundRect">
            <a:avLst/>
          </a:prstGeom>
          <a:solidFill>
            <a:srgbClr val="F3F8FF"/>
          </a:solidFill>
          <a:ln w="15875" cap="rnd">
            <a:solidFill>
              <a:srgbClr val="001D4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 dirty="0">
                <a:ln>
                  <a:noFill/>
                </a:ln>
                <a:solidFill>
                  <a:srgbClr val="001D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Renvoyer pour correction</a:t>
            </a:r>
          </a:p>
        </p:txBody>
      </p:sp>
      <p:cxnSp>
        <p:nvCxnSpPr>
          <p:cNvPr id="82" name="Connecteur en angle 19">
            <a:extLst>
              <a:ext uri="{FF2B5EF4-FFF2-40B4-BE49-F238E27FC236}">
                <a16:creationId xmlns:a16="http://schemas.microsoft.com/office/drawing/2014/main" id="{8ACDEF9E-A39F-933C-AEE9-AEC337EA04E2}"/>
              </a:ext>
            </a:extLst>
          </p:cNvPr>
          <p:cNvCxnSpPr>
            <a:cxnSpLocks/>
            <a:stCxn id="87" idx="3"/>
            <a:endCxn id="81" idx="1"/>
          </p:cNvCxnSpPr>
          <p:nvPr/>
        </p:nvCxnSpPr>
        <p:spPr>
          <a:xfrm flipV="1">
            <a:off x="2886317" y="4197794"/>
            <a:ext cx="484917" cy="11908"/>
          </a:xfrm>
          <a:prstGeom prst="bentConnector3">
            <a:avLst>
              <a:gd name="adj1" fmla="val 50000"/>
            </a:avLst>
          </a:prstGeom>
          <a:ln w="12700">
            <a:solidFill>
              <a:srgbClr val="C00000"/>
            </a:solidFill>
            <a:headEnd w="lg" len="sm"/>
            <a:tailEnd type="triangle" w="lg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necteur en angle 19">
            <a:extLst>
              <a:ext uri="{FF2B5EF4-FFF2-40B4-BE49-F238E27FC236}">
                <a16:creationId xmlns:a16="http://schemas.microsoft.com/office/drawing/2014/main" id="{7664296E-493D-E517-F5A3-FD7990D39B09}"/>
              </a:ext>
            </a:extLst>
          </p:cNvPr>
          <p:cNvCxnSpPr>
            <a:cxnSpLocks/>
            <a:stCxn id="62" idx="1"/>
            <a:endCxn id="87" idx="0"/>
          </p:cNvCxnSpPr>
          <p:nvPr/>
        </p:nvCxnSpPr>
        <p:spPr>
          <a:xfrm rot="10800000" flipV="1">
            <a:off x="1838681" y="2774293"/>
            <a:ext cx="1623154" cy="1067246"/>
          </a:xfrm>
          <a:prstGeom prst="bentConnector2">
            <a:avLst/>
          </a:prstGeom>
          <a:ln w="15875" cap="rnd">
            <a:solidFill>
              <a:schemeClr val="tx1"/>
            </a:solidFill>
            <a:round/>
            <a:headEnd w="lg" len="sm"/>
            <a:tailEnd type="triangle" w="lg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necteur en angle 19">
            <a:extLst>
              <a:ext uri="{FF2B5EF4-FFF2-40B4-BE49-F238E27FC236}">
                <a16:creationId xmlns:a16="http://schemas.microsoft.com/office/drawing/2014/main" id="{ABA307DA-6572-07E2-1D14-17F0A00A1DC6}"/>
              </a:ext>
            </a:extLst>
          </p:cNvPr>
          <p:cNvCxnSpPr>
            <a:cxnSpLocks/>
            <a:stCxn id="87" idx="2"/>
            <a:endCxn id="79" idx="1"/>
          </p:cNvCxnSpPr>
          <p:nvPr/>
        </p:nvCxnSpPr>
        <p:spPr>
          <a:xfrm rot="16200000" flipH="1">
            <a:off x="1827749" y="4588796"/>
            <a:ext cx="670553" cy="648688"/>
          </a:xfrm>
          <a:prstGeom prst="bentConnector2">
            <a:avLst/>
          </a:prstGeom>
          <a:ln w="12700" cap="rnd">
            <a:solidFill>
              <a:srgbClr val="00B050"/>
            </a:solidFill>
            <a:round/>
            <a:headEnd w="lg" len="sm"/>
            <a:tailEnd type="triangle" w="lg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necteur en angle 19">
            <a:extLst>
              <a:ext uri="{FF2B5EF4-FFF2-40B4-BE49-F238E27FC236}">
                <a16:creationId xmlns:a16="http://schemas.microsoft.com/office/drawing/2014/main" id="{E3E1C187-BE4A-C58F-D5CE-BC2ED98DA146}"/>
              </a:ext>
            </a:extLst>
          </p:cNvPr>
          <p:cNvCxnSpPr>
            <a:cxnSpLocks/>
            <a:stCxn id="81" idx="3"/>
            <a:endCxn id="80" idx="2"/>
          </p:cNvCxnSpPr>
          <p:nvPr/>
        </p:nvCxnSpPr>
        <p:spPr>
          <a:xfrm flipV="1">
            <a:off x="5016769" y="2282175"/>
            <a:ext cx="1756335" cy="1915619"/>
          </a:xfrm>
          <a:prstGeom prst="bentConnector2">
            <a:avLst/>
          </a:prstGeom>
          <a:ln w="15875" cap="rnd">
            <a:solidFill>
              <a:schemeClr val="tx1"/>
            </a:solidFill>
            <a:round/>
            <a:headEnd w="lg" len="sm"/>
            <a:tailEnd type="triangle" w="lg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Organigramme : Décision 85">
            <a:extLst>
              <a:ext uri="{FF2B5EF4-FFF2-40B4-BE49-F238E27FC236}">
                <a16:creationId xmlns:a16="http://schemas.microsoft.com/office/drawing/2014/main" id="{1B8F475E-111E-DD1F-1E43-19D719636E8F}"/>
              </a:ext>
            </a:extLst>
          </p:cNvPr>
          <p:cNvSpPr/>
          <p:nvPr/>
        </p:nvSpPr>
        <p:spPr>
          <a:xfrm>
            <a:off x="4807384" y="4883491"/>
            <a:ext cx="1575700" cy="736325"/>
          </a:xfrm>
          <a:prstGeom prst="flowChartDecision">
            <a:avLst/>
          </a:prstGeom>
          <a:solidFill>
            <a:srgbClr val="F3F8FF"/>
          </a:solidFill>
          <a:ln w="15875" cap="rnd">
            <a:solidFill>
              <a:srgbClr val="001D4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 dirty="0">
                <a:ln>
                  <a:noFill/>
                </a:ln>
                <a:solidFill>
                  <a:srgbClr val="001D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Arrivée à l’entrepôt ?</a:t>
            </a:r>
          </a:p>
        </p:txBody>
      </p:sp>
      <p:sp>
        <p:nvSpPr>
          <p:cNvPr id="87" name="Organigramme : Décision 86">
            <a:extLst>
              <a:ext uri="{FF2B5EF4-FFF2-40B4-BE49-F238E27FC236}">
                <a16:creationId xmlns:a16="http://schemas.microsoft.com/office/drawing/2014/main" id="{00C749EF-DCE0-B30C-E240-924B14F6F8AC}"/>
              </a:ext>
            </a:extLst>
          </p:cNvPr>
          <p:cNvSpPr/>
          <p:nvPr/>
        </p:nvSpPr>
        <p:spPr>
          <a:xfrm>
            <a:off x="791044" y="3841539"/>
            <a:ext cx="2095273" cy="736325"/>
          </a:xfrm>
          <a:prstGeom prst="flowChartDecision">
            <a:avLst/>
          </a:prstGeom>
          <a:solidFill>
            <a:srgbClr val="F3F8FF"/>
          </a:solidFill>
          <a:ln w="15875" cap="rnd">
            <a:solidFill>
              <a:srgbClr val="001D4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 dirty="0">
                <a:ln>
                  <a:noFill/>
                </a:ln>
                <a:solidFill>
                  <a:srgbClr val="001D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Vérifier la conformité de la signalisation</a:t>
            </a:r>
          </a:p>
        </p:txBody>
      </p:sp>
      <p:pic>
        <p:nvPicPr>
          <p:cNvPr id="88" name="Image 56">
            <a:extLst>
              <a:ext uri="{FF2B5EF4-FFF2-40B4-BE49-F238E27FC236}">
                <a16:creationId xmlns:a16="http://schemas.microsoft.com/office/drawing/2014/main" id="{9EF63846-B88E-D09B-705C-DC6839EE3D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4208" y="2362573"/>
            <a:ext cx="309152" cy="304659"/>
          </a:xfrm>
          <a:prstGeom prst="rect">
            <a:avLst/>
          </a:prstGeom>
        </p:spPr>
      </p:pic>
      <p:pic>
        <p:nvPicPr>
          <p:cNvPr id="89" name="Image 56">
            <a:extLst>
              <a:ext uri="{FF2B5EF4-FFF2-40B4-BE49-F238E27FC236}">
                <a16:creationId xmlns:a16="http://schemas.microsoft.com/office/drawing/2014/main" id="{ED30D23A-67B6-3535-E996-0A7B47F81C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413" y="3776987"/>
            <a:ext cx="309152" cy="304659"/>
          </a:xfrm>
          <a:prstGeom prst="rect">
            <a:avLst/>
          </a:prstGeom>
        </p:spPr>
      </p:pic>
      <p:cxnSp>
        <p:nvCxnSpPr>
          <p:cNvPr id="90" name="Connecteur en angle 19">
            <a:extLst>
              <a:ext uri="{FF2B5EF4-FFF2-40B4-BE49-F238E27FC236}">
                <a16:creationId xmlns:a16="http://schemas.microsoft.com/office/drawing/2014/main" id="{A1E8E5FC-9160-69C4-90B4-141CC239CCE5}"/>
              </a:ext>
            </a:extLst>
          </p:cNvPr>
          <p:cNvCxnSpPr>
            <a:cxnSpLocks/>
            <a:stCxn id="80" idx="0"/>
            <a:endCxn id="62" idx="3"/>
          </p:cNvCxnSpPr>
          <p:nvPr/>
        </p:nvCxnSpPr>
        <p:spPr>
          <a:xfrm rot="16200000" flipH="1" flipV="1">
            <a:off x="5373279" y="1374468"/>
            <a:ext cx="1133916" cy="1665734"/>
          </a:xfrm>
          <a:prstGeom prst="bentConnector4">
            <a:avLst>
              <a:gd name="adj1" fmla="val -20160"/>
              <a:gd name="adj2" fmla="val 56630"/>
            </a:avLst>
          </a:prstGeom>
          <a:ln w="15875" cap="rnd">
            <a:solidFill>
              <a:schemeClr val="tx1"/>
            </a:solidFill>
            <a:round/>
            <a:headEnd w="lg" len="sm"/>
            <a:tailEnd type="triangle" w="lg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necteur en angle 19">
            <a:extLst>
              <a:ext uri="{FF2B5EF4-FFF2-40B4-BE49-F238E27FC236}">
                <a16:creationId xmlns:a16="http://schemas.microsoft.com/office/drawing/2014/main" id="{D649D13C-88D5-AB91-E400-FFB6204774F4}"/>
              </a:ext>
            </a:extLst>
          </p:cNvPr>
          <p:cNvCxnSpPr>
            <a:cxnSpLocks/>
            <a:stCxn id="79" idx="3"/>
            <a:endCxn id="86" idx="1"/>
          </p:cNvCxnSpPr>
          <p:nvPr/>
        </p:nvCxnSpPr>
        <p:spPr>
          <a:xfrm>
            <a:off x="4132904" y="5248417"/>
            <a:ext cx="674480" cy="3237"/>
          </a:xfrm>
          <a:prstGeom prst="bentConnector3">
            <a:avLst>
              <a:gd name="adj1" fmla="val 50000"/>
            </a:avLst>
          </a:prstGeom>
          <a:ln w="15875" cap="rnd">
            <a:solidFill>
              <a:schemeClr val="tx1"/>
            </a:solidFill>
            <a:round/>
            <a:headEnd w="lg" len="sm"/>
            <a:tailEnd type="triangle" w="lg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necteur en angle 19">
            <a:extLst>
              <a:ext uri="{FF2B5EF4-FFF2-40B4-BE49-F238E27FC236}">
                <a16:creationId xmlns:a16="http://schemas.microsoft.com/office/drawing/2014/main" id="{05FD8F11-DBFB-E634-62A9-C6E9A6E179C2}"/>
              </a:ext>
            </a:extLst>
          </p:cNvPr>
          <p:cNvCxnSpPr>
            <a:cxnSpLocks/>
            <a:stCxn id="86" idx="0"/>
            <a:endCxn id="78" idx="1"/>
          </p:cNvCxnSpPr>
          <p:nvPr/>
        </p:nvCxnSpPr>
        <p:spPr>
          <a:xfrm rot="5400000" flipH="1" flipV="1">
            <a:off x="5959828" y="4474485"/>
            <a:ext cx="44412" cy="773601"/>
          </a:xfrm>
          <a:prstGeom prst="bentConnector2">
            <a:avLst/>
          </a:prstGeom>
          <a:ln w="12700" cap="rnd">
            <a:solidFill>
              <a:srgbClr val="00B050"/>
            </a:solidFill>
            <a:round/>
            <a:headEnd w="lg" len="sm"/>
            <a:tailEnd type="triangle" w="lg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necteur en angle 19">
            <a:extLst>
              <a:ext uri="{FF2B5EF4-FFF2-40B4-BE49-F238E27FC236}">
                <a16:creationId xmlns:a16="http://schemas.microsoft.com/office/drawing/2014/main" id="{5E38B973-5CBC-1F28-BF8A-DEC38BF2202E}"/>
              </a:ext>
            </a:extLst>
          </p:cNvPr>
          <p:cNvCxnSpPr>
            <a:cxnSpLocks/>
            <a:stCxn id="78" idx="2"/>
            <a:endCxn id="77" idx="0"/>
          </p:cNvCxnSpPr>
          <p:nvPr/>
        </p:nvCxnSpPr>
        <p:spPr>
          <a:xfrm rot="5400000">
            <a:off x="6793574" y="5317557"/>
            <a:ext cx="555609" cy="240450"/>
          </a:xfrm>
          <a:prstGeom prst="bentConnector3">
            <a:avLst>
              <a:gd name="adj1" fmla="val 50000"/>
            </a:avLst>
          </a:prstGeom>
          <a:ln w="15875" cap="rnd">
            <a:solidFill>
              <a:schemeClr val="tx1"/>
            </a:solidFill>
            <a:round/>
            <a:headEnd w="lg" len="sm"/>
            <a:tailEnd type="triangle" w="lg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4" name="Image 56">
            <a:extLst>
              <a:ext uri="{FF2B5EF4-FFF2-40B4-BE49-F238E27FC236}">
                <a16:creationId xmlns:a16="http://schemas.microsoft.com/office/drawing/2014/main" id="{39C3CEAD-5FA2-C0BB-B1C1-8F8D91F25C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2181" y="4843779"/>
            <a:ext cx="309152" cy="304659"/>
          </a:xfrm>
          <a:prstGeom prst="rect">
            <a:avLst/>
          </a:prstGeom>
        </p:spPr>
      </p:pic>
      <p:pic>
        <p:nvPicPr>
          <p:cNvPr id="95" name="Image 56">
            <a:extLst>
              <a:ext uri="{FF2B5EF4-FFF2-40B4-BE49-F238E27FC236}">
                <a16:creationId xmlns:a16="http://schemas.microsoft.com/office/drawing/2014/main" id="{BB9B676D-B98F-41D6-835E-B00D50DD89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3860" y="4414149"/>
            <a:ext cx="309152" cy="304659"/>
          </a:xfrm>
          <a:prstGeom prst="rect">
            <a:avLst/>
          </a:prstGeom>
        </p:spPr>
      </p:pic>
      <p:sp>
        <p:nvSpPr>
          <p:cNvPr id="96" name="Organigramme : Décision 95">
            <a:extLst>
              <a:ext uri="{FF2B5EF4-FFF2-40B4-BE49-F238E27FC236}">
                <a16:creationId xmlns:a16="http://schemas.microsoft.com/office/drawing/2014/main" id="{DD7E0CFF-8619-146B-E903-5E91B7FE7627}"/>
              </a:ext>
            </a:extLst>
          </p:cNvPr>
          <p:cNvSpPr/>
          <p:nvPr/>
        </p:nvSpPr>
        <p:spPr>
          <a:xfrm>
            <a:off x="8437275" y="5693639"/>
            <a:ext cx="1618445" cy="736325"/>
          </a:xfrm>
          <a:prstGeom prst="flowChartDecision">
            <a:avLst/>
          </a:prstGeom>
          <a:solidFill>
            <a:srgbClr val="F3F8FF"/>
          </a:solidFill>
          <a:ln w="15875" cap="rnd">
            <a:solidFill>
              <a:srgbClr val="001D4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 dirty="0">
                <a:ln>
                  <a:noFill/>
                </a:ln>
                <a:solidFill>
                  <a:srgbClr val="001D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Arrivée à Dakar ?</a:t>
            </a:r>
          </a:p>
        </p:txBody>
      </p:sp>
      <p:pic>
        <p:nvPicPr>
          <p:cNvPr id="97" name="Image 56">
            <a:extLst>
              <a:ext uri="{FF2B5EF4-FFF2-40B4-BE49-F238E27FC236}">
                <a16:creationId xmlns:a16="http://schemas.microsoft.com/office/drawing/2014/main" id="{7222ED20-648F-D085-592C-3FD798D004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2910" y="4551994"/>
            <a:ext cx="309152" cy="304659"/>
          </a:xfrm>
          <a:prstGeom prst="rect">
            <a:avLst/>
          </a:prstGeom>
        </p:spPr>
      </p:pic>
      <p:sp>
        <p:nvSpPr>
          <p:cNvPr id="98" name="ZoneTexte 97">
            <a:extLst>
              <a:ext uri="{FF2B5EF4-FFF2-40B4-BE49-F238E27FC236}">
                <a16:creationId xmlns:a16="http://schemas.microsoft.com/office/drawing/2014/main" id="{4D436824-0E17-7252-EDEF-32B3BE12A209}"/>
              </a:ext>
            </a:extLst>
          </p:cNvPr>
          <p:cNvSpPr txBox="1"/>
          <p:nvPr/>
        </p:nvSpPr>
        <p:spPr>
          <a:xfrm>
            <a:off x="557206" y="958937"/>
            <a:ext cx="776749" cy="264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Début</a:t>
            </a:r>
          </a:p>
        </p:txBody>
      </p:sp>
      <p:cxnSp>
        <p:nvCxnSpPr>
          <p:cNvPr id="99" name="Connecteur en angle 19">
            <a:extLst>
              <a:ext uri="{FF2B5EF4-FFF2-40B4-BE49-F238E27FC236}">
                <a16:creationId xmlns:a16="http://schemas.microsoft.com/office/drawing/2014/main" id="{D4E22ADA-1C2C-7726-C8BF-8B1C8113ECE8}"/>
              </a:ext>
            </a:extLst>
          </p:cNvPr>
          <p:cNvCxnSpPr>
            <a:cxnSpLocks/>
            <a:stCxn id="77" idx="2"/>
            <a:endCxn id="96" idx="1"/>
          </p:cNvCxnSpPr>
          <p:nvPr/>
        </p:nvCxnSpPr>
        <p:spPr>
          <a:xfrm rot="5400000" flipH="1" flipV="1">
            <a:off x="7641227" y="5371728"/>
            <a:ext cx="105973" cy="1486122"/>
          </a:xfrm>
          <a:prstGeom prst="bentConnector4">
            <a:avLst>
              <a:gd name="adj1" fmla="val -215715"/>
              <a:gd name="adj2" fmla="val 71511"/>
            </a:avLst>
          </a:prstGeom>
          <a:ln w="15875" cap="rnd">
            <a:solidFill>
              <a:schemeClr val="tx1"/>
            </a:solidFill>
            <a:round/>
            <a:headEnd w="lg" len="sm"/>
            <a:tailEnd type="triangle" w="lg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nnecteur en angle 19">
            <a:extLst>
              <a:ext uri="{FF2B5EF4-FFF2-40B4-BE49-F238E27FC236}">
                <a16:creationId xmlns:a16="http://schemas.microsoft.com/office/drawing/2014/main" id="{F3CFCD17-6A3A-FC9B-594E-A1A95CC394F2}"/>
              </a:ext>
            </a:extLst>
          </p:cNvPr>
          <p:cNvCxnSpPr>
            <a:cxnSpLocks/>
            <a:stCxn id="96" idx="0"/>
            <a:endCxn id="76" idx="2"/>
          </p:cNvCxnSpPr>
          <p:nvPr/>
        </p:nvCxnSpPr>
        <p:spPr>
          <a:xfrm rot="5400000" flipH="1" flipV="1">
            <a:off x="9091677" y="5466738"/>
            <a:ext cx="381722" cy="72080"/>
          </a:xfrm>
          <a:prstGeom prst="bentConnector3">
            <a:avLst>
              <a:gd name="adj1" fmla="val 50000"/>
            </a:avLst>
          </a:prstGeom>
          <a:ln w="12700" cap="rnd">
            <a:solidFill>
              <a:srgbClr val="00B050"/>
            </a:solidFill>
            <a:round/>
            <a:headEnd w="lg" len="sm"/>
            <a:tailEnd type="triangle" w="lg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necteur en angle 19">
            <a:extLst>
              <a:ext uri="{FF2B5EF4-FFF2-40B4-BE49-F238E27FC236}">
                <a16:creationId xmlns:a16="http://schemas.microsoft.com/office/drawing/2014/main" id="{E633009C-67F7-210C-C249-4EE577F682F5}"/>
              </a:ext>
            </a:extLst>
          </p:cNvPr>
          <p:cNvCxnSpPr>
            <a:cxnSpLocks/>
            <a:stCxn id="76" idx="0"/>
            <a:endCxn id="75" idx="2"/>
          </p:cNvCxnSpPr>
          <p:nvPr/>
        </p:nvCxnSpPr>
        <p:spPr>
          <a:xfrm rot="16200000" flipV="1">
            <a:off x="8252024" y="3603565"/>
            <a:ext cx="1557877" cy="575232"/>
          </a:xfrm>
          <a:prstGeom prst="bentConnector3">
            <a:avLst>
              <a:gd name="adj1" fmla="val 50000"/>
            </a:avLst>
          </a:prstGeom>
          <a:ln w="15875" cap="rnd">
            <a:solidFill>
              <a:schemeClr val="tx1"/>
            </a:solidFill>
            <a:round/>
            <a:headEnd w="lg" len="sm"/>
            <a:tailEnd type="triangle" w="lg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nnecteur en angle 19">
            <a:extLst>
              <a:ext uri="{FF2B5EF4-FFF2-40B4-BE49-F238E27FC236}">
                <a16:creationId xmlns:a16="http://schemas.microsoft.com/office/drawing/2014/main" id="{578B9612-6F1C-6A97-D548-9D3FDB8708A5}"/>
              </a:ext>
            </a:extLst>
          </p:cNvPr>
          <p:cNvCxnSpPr>
            <a:cxnSpLocks/>
            <a:stCxn id="74" idx="3"/>
            <a:endCxn id="64" idx="0"/>
          </p:cNvCxnSpPr>
          <p:nvPr/>
        </p:nvCxnSpPr>
        <p:spPr>
          <a:xfrm>
            <a:off x="9566112" y="1489983"/>
            <a:ext cx="1018998" cy="2340171"/>
          </a:xfrm>
          <a:prstGeom prst="bentConnector2">
            <a:avLst/>
          </a:prstGeom>
          <a:ln w="15875" cap="rnd">
            <a:solidFill>
              <a:schemeClr val="tx1"/>
            </a:solidFill>
            <a:round/>
            <a:headEnd w="lg" len="sm"/>
            <a:tailEnd type="triangle" w="lg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nnecteur en angle 19">
            <a:extLst>
              <a:ext uri="{FF2B5EF4-FFF2-40B4-BE49-F238E27FC236}">
                <a16:creationId xmlns:a16="http://schemas.microsoft.com/office/drawing/2014/main" id="{0B3BCD6F-2E99-A7C9-CEE5-7663DE76D42E}"/>
              </a:ext>
            </a:extLst>
          </p:cNvPr>
          <p:cNvCxnSpPr>
            <a:cxnSpLocks/>
            <a:stCxn id="64" idx="1"/>
            <a:endCxn id="74" idx="0"/>
          </p:cNvCxnSpPr>
          <p:nvPr/>
        </p:nvCxnSpPr>
        <p:spPr>
          <a:xfrm rot="10800000">
            <a:off x="8743345" y="1169085"/>
            <a:ext cx="1072858" cy="3029233"/>
          </a:xfrm>
          <a:prstGeom prst="bentConnector4">
            <a:avLst>
              <a:gd name="adj1" fmla="val 11655"/>
              <a:gd name="adj2" fmla="val 107546"/>
            </a:avLst>
          </a:prstGeom>
          <a:ln w="15875" cap="rnd">
            <a:solidFill>
              <a:srgbClr val="C00000"/>
            </a:solidFill>
            <a:round/>
            <a:headEnd w="lg" len="sm"/>
            <a:tailEnd type="triangle" w="lg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necteur en angle 19">
            <a:extLst>
              <a:ext uri="{FF2B5EF4-FFF2-40B4-BE49-F238E27FC236}">
                <a16:creationId xmlns:a16="http://schemas.microsoft.com/office/drawing/2014/main" id="{68F96159-62AC-B299-594D-E5D77E296D69}"/>
              </a:ext>
            </a:extLst>
          </p:cNvPr>
          <p:cNvCxnSpPr>
            <a:cxnSpLocks/>
            <a:stCxn id="75" idx="0"/>
            <a:endCxn id="74" idx="2"/>
          </p:cNvCxnSpPr>
          <p:nvPr/>
        </p:nvCxnSpPr>
        <p:spPr>
          <a:xfrm rot="16200000" flipV="1">
            <a:off x="8413565" y="2140662"/>
            <a:ext cx="659562" cy="1"/>
          </a:xfrm>
          <a:prstGeom prst="bentConnector3">
            <a:avLst>
              <a:gd name="adj1" fmla="val 50000"/>
            </a:avLst>
          </a:prstGeom>
          <a:ln w="15875" cap="rnd">
            <a:solidFill>
              <a:schemeClr val="tx1"/>
            </a:solidFill>
            <a:round/>
            <a:headEnd w="lg" len="sm"/>
            <a:tailEnd type="triangle" w="lg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Rectangle : coins arrondis 53">
            <a:extLst>
              <a:ext uri="{FF2B5EF4-FFF2-40B4-BE49-F238E27FC236}">
                <a16:creationId xmlns:a16="http://schemas.microsoft.com/office/drawing/2014/main" id="{2278F38F-5363-C0DA-5D60-EEC5B944CDBB}"/>
              </a:ext>
            </a:extLst>
          </p:cNvPr>
          <p:cNvSpPr/>
          <p:nvPr/>
        </p:nvSpPr>
        <p:spPr>
          <a:xfrm>
            <a:off x="10381109" y="5222003"/>
            <a:ext cx="1351849" cy="641798"/>
          </a:xfrm>
          <a:prstGeom prst="roundRect">
            <a:avLst/>
          </a:prstGeom>
          <a:solidFill>
            <a:srgbClr val="F3F8FF"/>
          </a:solidFill>
          <a:ln w="15875" cap="rnd">
            <a:solidFill>
              <a:srgbClr val="001D4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 dirty="0">
                <a:ln>
                  <a:noFill/>
                </a:ln>
                <a:solidFill>
                  <a:srgbClr val="001D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Effectuer la livraison</a:t>
            </a:r>
          </a:p>
        </p:txBody>
      </p:sp>
      <p:pic>
        <p:nvPicPr>
          <p:cNvPr id="106" name="Image 56">
            <a:extLst>
              <a:ext uri="{FF2B5EF4-FFF2-40B4-BE49-F238E27FC236}">
                <a16:creationId xmlns:a16="http://schemas.microsoft.com/office/drawing/2014/main" id="{A5367969-EE5A-21E3-C197-F6840649C5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2932" y="4013288"/>
            <a:ext cx="309152" cy="304659"/>
          </a:xfrm>
          <a:prstGeom prst="rect">
            <a:avLst/>
          </a:prstGeom>
        </p:spPr>
      </p:pic>
      <p:cxnSp>
        <p:nvCxnSpPr>
          <p:cNvPr id="107" name="Connecteur en angle 19">
            <a:extLst>
              <a:ext uri="{FF2B5EF4-FFF2-40B4-BE49-F238E27FC236}">
                <a16:creationId xmlns:a16="http://schemas.microsoft.com/office/drawing/2014/main" id="{15DE9623-F8C9-0551-2076-728C4B410A6B}"/>
              </a:ext>
            </a:extLst>
          </p:cNvPr>
          <p:cNvCxnSpPr>
            <a:cxnSpLocks/>
            <a:stCxn id="64" idx="2"/>
            <a:endCxn id="105" idx="0"/>
          </p:cNvCxnSpPr>
          <p:nvPr/>
        </p:nvCxnSpPr>
        <p:spPr>
          <a:xfrm rot="16200000" flipH="1">
            <a:off x="10493310" y="4658279"/>
            <a:ext cx="655524" cy="471924"/>
          </a:xfrm>
          <a:prstGeom prst="bentConnector3">
            <a:avLst>
              <a:gd name="adj1" fmla="val 50000"/>
            </a:avLst>
          </a:prstGeom>
          <a:ln w="12700" cap="rnd">
            <a:solidFill>
              <a:srgbClr val="00B050"/>
            </a:solidFill>
            <a:round/>
            <a:headEnd w="lg" len="sm"/>
            <a:tailEnd type="triangle" w="lg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nnecteur en angle 19">
            <a:extLst>
              <a:ext uri="{FF2B5EF4-FFF2-40B4-BE49-F238E27FC236}">
                <a16:creationId xmlns:a16="http://schemas.microsoft.com/office/drawing/2014/main" id="{CD4B4E14-C6EE-913A-E644-5AFE66D3C0A8}"/>
              </a:ext>
            </a:extLst>
          </p:cNvPr>
          <p:cNvCxnSpPr>
            <a:cxnSpLocks/>
            <a:stCxn id="105" idx="3"/>
            <a:endCxn id="67" idx="4"/>
          </p:cNvCxnSpPr>
          <p:nvPr/>
        </p:nvCxnSpPr>
        <p:spPr>
          <a:xfrm flipH="1" flipV="1">
            <a:off x="11419973" y="1875651"/>
            <a:ext cx="312985" cy="3667251"/>
          </a:xfrm>
          <a:prstGeom prst="bentConnector4">
            <a:avLst>
              <a:gd name="adj1" fmla="val -73039"/>
              <a:gd name="adj2" fmla="val 54375"/>
            </a:avLst>
          </a:prstGeom>
          <a:ln w="15875" cap="rnd">
            <a:solidFill>
              <a:schemeClr val="tx1"/>
            </a:solidFill>
            <a:round/>
            <a:headEnd w="lg" len="sm"/>
            <a:tailEnd type="triangle" w="lg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Rectangle 55">
            <a:extLst>
              <a:ext uri="{FF2B5EF4-FFF2-40B4-BE49-F238E27FC236}">
                <a16:creationId xmlns:a16="http://schemas.microsoft.com/office/drawing/2014/main" id="{27563049-6A24-E693-0870-2A57C561B43B}"/>
              </a:ext>
            </a:extLst>
          </p:cNvPr>
          <p:cNvSpPr/>
          <p:nvPr/>
        </p:nvSpPr>
        <p:spPr>
          <a:xfrm>
            <a:off x="4401266" y="4368507"/>
            <a:ext cx="717504" cy="181514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sz="1000" dirty="0">
                <a:solidFill>
                  <a:srgbClr val="FFC000"/>
                </a:solidFill>
              </a:rPr>
              <a:t>Renvoyé</a:t>
            </a:r>
            <a:endParaRPr lang="fr-FR" sz="1200" dirty="0">
              <a:solidFill>
                <a:srgbClr val="FFC000"/>
              </a:solidFill>
            </a:endParaRPr>
          </a:p>
        </p:txBody>
      </p:sp>
      <p:sp>
        <p:nvSpPr>
          <p:cNvPr id="110" name="Rectangle 55">
            <a:extLst>
              <a:ext uri="{FF2B5EF4-FFF2-40B4-BE49-F238E27FC236}">
                <a16:creationId xmlns:a16="http://schemas.microsoft.com/office/drawing/2014/main" id="{732A5CB3-A1DA-6380-736C-4BA1E949B662}"/>
              </a:ext>
            </a:extLst>
          </p:cNvPr>
          <p:cNvSpPr/>
          <p:nvPr/>
        </p:nvSpPr>
        <p:spPr>
          <a:xfrm>
            <a:off x="7573706" y="5056691"/>
            <a:ext cx="644665" cy="153829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sz="1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Reçu</a:t>
            </a:r>
            <a:endParaRPr lang="fr-FR" sz="12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11" name="Rectangle 55">
            <a:extLst>
              <a:ext uri="{FF2B5EF4-FFF2-40B4-BE49-F238E27FC236}">
                <a16:creationId xmlns:a16="http://schemas.microsoft.com/office/drawing/2014/main" id="{7FAC0A6C-DE6F-2B0F-7658-A8487556667B}"/>
              </a:ext>
            </a:extLst>
          </p:cNvPr>
          <p:cNvSpPr/>
          <p:nvPr/>
        </p:nvSpPr>
        <p:spPr>
          <a:xfrm>
            <a:off x="7110392" y="6096686"/>
            <a:ext cx="644665" cy="153829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sz="1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Expédié</a:t>
            </a:r>
            <a:endParaRPr lang="fr-FR" sz="12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12" name="Rectangle 55">
            <a:extLst>
              <a:ext uri="{FF2B5EF4-FFF2-40B4-BE49-F238E27FC236}">
                <a16:creationId xmlns:a16="http://schemas.microsoft.com/office/drawing/2014/main" id="{D682FBB3-C2E9-AAC0-0913-8B0A0DBA4E38}"/>
              </a:ext>
            </a:extLst>
          </p:cNvPr>
          <p:cNvSpPr/>
          <p:nvPr/>
        </p:nvSpPr>
        <p:spPr>
          <a:xfrm>
            <a:off x="9554431" y="5207407"/>
            <a:ext cx="638689" cy="310254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sz="1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Arrivée à Dakar</a:t>
            </a:r>
            <a:endParaRPr lang="fr-FR" sz="12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13" name="Rectangle 55">
            <a:extLst>
              <a:ext uri="{FF2B5EF4-FFF2-40B4-BE49-F238E27FC236}">
                <a16:creationId xmlns:a16="http://schemas.microsoft.com/office/drawing/2014/main" id="{1E19436F-72EB-B332-A7CA-1751A9F196FC}"/>
              </a:ext>
            </a:extLst>
          </p:cNvPr>
          <p:cNvSpPr/>
          <p:nvPr/>
        </p:nvSpPr>
        <p:spPr>
          <a:xfrm>
            <a:off x="11196520" y="5832995"/>
            <a:ext cx="644665" cy="153829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sz="1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Livré</a:t>
            </a:r>
            <a:endParaRPr lang="fr-FR" sz="12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14" name="Rectangle 55">
            <a:extLst>
              <a:ext uri="{FF2B5EF4-FFF2-40B4-BE49-F238E27FC236}">
                <a16:creationId xmlns:a16="http://schemas.microsoft.com/office/drawing/2014/main" id="{3D3C61C8-F130-93D5-222B-64FE54E2882F}"/>
              </a:ext>
            </a:extLst>
          </p:cNvPr>
          <p:cNvSpPr/>
          <p:nvPr/>
        </p:nvSpPr>
        <p:spPr>
          <a:xfrm>
            <a:off x="3563337" y="5465987"/>
            <a:ext cx="644665" cy="153829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sz="1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Validé</a:t>
            </a:r>
            <a:endParaRPr lang="fr-FR" sz="12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15" name="ZoneTexte 114">
            <a:extLst>
              <a:ext uri="{FF2B5EF4-FFF2-40B4-BE49-F238E27FC236}">
                <a16:creationId xmlns:a16="http://schemas.microsoft.com/office/drawing/2014/main" id="{EDDAF961-2F2B-E745-D642-41317AB29C44}"/>
              </a:ext>
            </a:extLst>
          </p:cNvPr>
          <p:cNvSpPr txBox="1"/>
          <p:nvPr/>
        </p:nvSpPr>
        <p:spPr>
          <a:xfrm>
            <a:off x="265471" y="117987"/>
            <a:ext cx="66856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Processus métier</a:t>
            </a:r>
          </a:p>
        </p:txBody>
      </p:sp>
      <p:grpSp>
        <p:nvGrpSpPr>
          <p:cNvPr id="116" name="Groupe 115">
            <a:extLst>
              <a:ext uri="{FF2B5EF4-FFF2-40B4-BE49-F238E27FC236}">
                <a16:creationId xmlns:a16="http://schemas.microsoft.com/office/drawing/2014/main" id="{561B0AE8-E71C-1348-4A0B-E4C6311DE780}"/>
              </a:ext>
            </a:extLst>
          </p:cNvPr>
          <p:cNvGrpSpPr/>
          <p:nvPr/>
        </p:nvGrpSpPr>
        <p:grpSpPr>
          <a:xfrm>
            <a:off x="6683612" y="195986"/>
            <a:ext cx="4775072" cy="380427"/>
            <a:chOff x="7536511" y="1683204"/>
            <a:chExt cx="4569088" cy="383944"/>
          </a:xfrm>
        </p:grpSpPr>
        <p:sp>
          <p:nvSpPr>
            <p:cNvPr id="117" name="Rectangle : coins arrondis 67">
              <a:extLst>
                <a:ext uri="{FF2B5EF4-FFF2-40B4-BE49-F238E27FC236}">
                  <a16:creationId xmlns:a16="http://schemas.microsoft.com/office/drawing/2014/main" id="{FB000E03-04E1-A967-B018-F6FCA2B810CD}"/>
                </a:ext>
              </a:extLst>
            </p:cNvPr>
            <p:cNvSpPr/>
            <p:nvPr/>
          </p:nvSpPr>
          <p:spPr>
            <a:xfrm>
              <a:off x="10983987" y="1936881"/>
              <a:ext cx="304380" cy="89043"/>
            </a:xfrm>
            <a:prstGeom prst="roundRect">
              <a:avLst/>
            </a:prstGeom>
            <a:solidFill>
              <a:srgbClr val="F3F8FF"/>
            </a:solidFill>
            <a:ln w="15875" cap="rnd">
              <a:solidFill>
                <a:srgbClr val="001D44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900">
                <a:solidFill>
                  <a:srgbClr val="001D44"/>
                </a:solidFill>
              </a:endParaRPr>
            </a:p>
          </p:txBody>
        </p:sp>
        <p:sp>
          <p:nvSpPr>
            <p:cNvPr id="118" name="Organigramme : Décision 117">
              <a:extLst>
                <a:ext uri="{FF2B5EF4-FFF2-40B4-BE49-F238E27FC236}">
                  <a16:creationId xmlns:a16="http://schemas.microsoft.com/office/drawing/2014/main" id="{C4A138EE-BAB3-DC80-8F57-81A63C97C098}"/>
                </a:ext>
              </a:extLst>
            </p:cNvPr>
            <p:cNvSpPr/>
            <p:nvPr/>
          </p:nvSpPr>
          <p:spPr>
            <a:xfrm>
              <a:off x="8414808" y="1910548"/>
              <a:ext cx="304380" cy="141708"/>
            </a:xfrm>
            <a:prstGeom prst="flowChartDecision">
              <a:avLst/>
            </a:prstGeom>
            <a:solidFill>
              <a:srgbClr val="F3F8FF"/>
            </a:solidFill>
            <a:ln w="15875" cap="rnd">
              <a:solidFill>
                <a:srgbClr val="001D44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900">
                <a:solidFill>
                  <a:srgbClr val="001D44"/>
                </a:solidFill>
              </a:endParaRPr>
            </a:p>
          </p:txBody>
        </p:sp>
        <p:sp>
          <p:nvSpPr>
            <p:cNvPr id="119" name="Text Box 15">
              <a:extLst>
                <a:ext uri="{FF2B5EF4-FFF2-40B4-BE49-F238E27FC236}">
                  <a16:creationId xmlns:a16="http://schemas.microsoft.com/office/drawing/2014/main" id="{5E4ED629-02A2-F27E-D2D1-971AD53D44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316498" y="1873932"/>
              <a:ext cx="789101" cy="1051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fr-FR" sz="600" err="1">
                  <a:solidFill>
                    <a:srgbClr val="000000"/>
                  </a:solidFill>
                </a:rPr>
                <a:t>Activité</a:t>
              </a:r>
              <a:endParaRPr lang="en-US" altLang="fr-FR" sz="600">
                <a:solidFill>
                  <a:srgbClr val="000000"/>
                </a:solidFill>
              </a:endParaRPr>
            </a:p>
          </p:txBody>
        </p:sp>
        <p:sp>
          <p:nvSpPr>
            <p:cNvPr id="120" name="Text Box 5">
              <a:extLst>
                <a:ext uri="{FF2B5EF4-FFF2-40B4-BE49-F238E27FC236}">
                  <a16:creationId xmlns:a16="http://schemas.microsoft.com/office/drawing/2014/main" id="{551984E9-15FF-922A-0D32-1CF4D5BC14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84206" y="1890305"/>
              <a:ext cx="1207688" cy="1051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fr-FR" altLang="fr-FR" sz="600">
                  <a:solidFill>
                    <a:srgbClr val="000000"/>
                  </a:solidFill>
                </a:rPr>
                <a:t>Point de contrôle sur le flux </a:t>
              </a:r>
            </a:p>
          </p:txBody>
        </p:sp>
        <p:sp>
          <p:nvSpPr>
            <p:cNvPr id="121" name="Text Box 5">
              <a:extLst>
                <a:ext uri="{FF2B5EF4-FFF2-40B4-BE49-F238E27FC236}">
                  <a16:creationId xmlns:a16="http://schemas.microsoft.com/office/drawing/2014/main" id="{6A99D9FD-B8AA-DEB1-D6E4-42DEEF12BC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66347" y="1880774"/>
              <a:ext cx="659753" cy="1863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fr-FR" altLang="fr-FR" sz="600" dirty="0">
                  <a:solidFill>
                    <a:srgbClr val="000000"/>
                  </a:solidFill>
                </a:rPr>
                <a:t>Notifications</a:t>
              </a:r>
            </a:p>
          </p:txBody>
        </p:sp>
        <p:cxnSp>
          <p:nvCxnSpPr>
            <p:cNvPr id="122" name="Connecteur droit avec flèche 121">
              <a:extLst>
                <a:ext uri="{FF2B5EF4-FFF2-40B4-BE49-F238E27FC236}">
                  <a16:creationId xmlns:a16="http://schemas.microsoft.com/office/drawing/2014/main" id="{CA509E8F-3928-17DD-E654-BC7EC8EBE4DC}"/>
                </a:ext>
              </a:extLst>
            </p:cNvPr>
            <p:cNvCxnSpPr>
              <a:cxnSpLocks/>
            </p:cNvCxnSpPr>
            <p:nvPr/>
          </p:nvCxnSpPr>
          <p:spPr>
            <a:xfrm>
              <a:off x="7607763" y="1981402"/>
              <a:ext cx="195402" cy="0"/>
            </a:xfrm>
            <a:prstGeom prst="straightConnector1">
              <a:avLst/>
            </a:prstGeom>
            <a:ln w="15875" cap="rnd">
              <a:solidFill>
                <a:schemeClr val="accent5">
                  <a:lumMod val="50000"/>
                </a:schemeClr>
              </a:solidFill>
              <a:round/>
              <a:headEnd w="lg" len="sm"/>
              <a:tailEnd type="triangle" w="lg" len="sm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3" name="Text Box 15">
              <a:extLst>
                <a:ext uri="{FF2B5EF4-FFF2-40B4-BE49-F238E27FC236}">
                  <a16:creationId xmlns:a16="http://schemas.microsoft.com/office/drawing/2014/main" id="{E6AAD317-A4BA-F83D-0D41-E99BEBCADE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77896" y="1880218"/>
              <a:ext cx="789101" cy="1051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fr-FR" sz="600" err="1">
                  <a:solidFill>
                    <a:srgbClr val="000000"/>
                  </a:solidFill>
                </a:rPr>
                <a:t>Connecteur</a:t>
              </a:r>
              <a:endParaRPr lang="en-US" altLang="fr-FR" sz="600">
                <a:solidFill>
                  <a:srgbClr val="000000"/>
                </a:solidFill>
              </a:endParaRPr>
            </a:p>
          </p:txBody>
        </p:sp>
        <p:sp>
          <p:nvSpPr>
            <p:cNvPr id="124" name="Text Box 12">
              <a:extLst>
                <a:ext uri="{FF2B5EF4-FFF2-40B4-BE49-F238E27FC236}">
                  <a16:creationId xmlns:a16="http://schemas.microsoft.com/office/drawing/2014/main" id="{4FD0097B-0505-C536-5AB9-87CF1D08D0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36511" y="1683204"/>
              <a:ext cx="751581" cy="2019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fr-FR" sz="700" b="1" u="sng" err="1">
                  <a:solidFill>
                    <a:srgbClr val="000000"/>
                  </a:solidFill>
                </a:rPr>
                <a:t>Légende</a:t>
              </a:r>
              <a:r>
                <a:rPr lang="en-US" altLang="fr-FR" sz="700" b="1" u="sng">
                  <a:solidFill>
                    <a:srgbClr val="000000"/>
                  </a:solidFill>
                </a:rPr>
                <a:t> :</a:t>
              </a:r>
            </a:p>
          </p:txBody>
        </p:sp>
      </p:grpSp>
      <p:pic>
        <p:nvPicPr>
          <p:cNvPr id="125" name="Image 124">
            <a:extLst>
              <a:ext uri="{FF2B5EF4-FFF2-40B4-BE49-F238E27FC236}">
                <a16:creationId xmlns:a16="http://schemas.microsoft.com/office/drawing/2014/main" id="{A53F56A4-8376-9B46-8EAD-AC59C4EEEA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9803230" y="372857"/>
            <a:ext cx="239331" cy="235853"/>
          </a:xfrm>
          <a:prstGeom prst="rect">
            <a:avLst/>
          </a:prstGeom>
        </p:spPr>
      </p:pic>
      <p:sp>
        <p:nvSpPr>
          <p:cNvPr id="126" name="Rectangle 55">
            <a:extLst>
              <a:ext uri="{FF2B5EF4-FFF2-40B4-BE49-F238E27FC236}">
                <a16:creationId xmlns:a16="http://schemas.microsoft.com/office/drawing/2014/main" id="{1EBEDC82-06C3-3E0E-3F8A-384A144451EB}"/>
              </a:ext>
            </a:extLst>
          </p:cNvPr>
          <p:cNvSpPr/>
          <p:nvPr/>
        </p:nvSpPr>
        <p:spPr>
          <a:xfrm>
            <a:off x="11163578" y="441848"/>
            <a:ext cx="295106" cy="104193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200" dirty="0">
              <a:solidFill>
                <a:srgbClr val="FFC000"/>
              </a:solidFill>
            </a:endParaRPr>
          </a:p>
        </p:txBody>
      </p:sp>
      <p:sp>
        <p:nvSpPr>
          <p:cNvPr id="127" name="Text Box 5">
            <a:extLst>
              <a:ext uri="{FF2B5EF4-FFF2-40B4-BE49-F238E27FC236}">
                <a16:creationId xmlns:a16="http://schemas.microsoft.com/office/drawing/2014/main" id="{921D6606-8A1D-DF80-7E74-B8ED86CD01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61116" y="414001"/>
            <a:ext cx="689496" cy="1846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fr-FR" altLang="fr-FR" sz="600" dirty="0">
                <a:solidFill>
                  <a:srgbClr val="000000"/>
                </a:solidFill>
              </a:rPr>
              <a:t>Statut</a:t>
            </a:r>
          </a:p>
        </p:txBody>
      </p:sp>
      <p:cxnSp>
        <p:nvCxnSpPr>
          <p:cNvPr id="128" name="Connecteur en angle 19">
            <a:extLst>
              <a:ext uri="{FF2B5EF4-FFF2-40B4-BE49-F238E27FC236}">
                <a16:creationId xmlns:a16="http://schemas.microsoft.com/office/drawing/2014/main" id="{F2C6FCAF-DEB7-FCE6-D5B2-1039056B54DB}"/>
              </a:ext>
            </a:extLst>
          </p:cNvPr>
          <p:cNvCxnSpPr>
            <a:cxnSpLocks/>
            <a:stCxn id="63" idx="6"/>
            <a:endCxn id="68" idx="1"/>
          </p:cNvCxnSpPr>
          <p:nvPr/>
        </p:nvCxnSpPr>
        <p:spPr>
          <a:xfrm flipV="1">
            <a:off x="914263" y="1198319"/>
            <a:ext cx="667825" cy="145008"/>
          </a:xfrm>
          <a:prstGeom prst="bentConnector3">
            <a:avLst>
              <a:gd name="adj1" fmla="val 50000"/>
            </a:avLst>
          </a:prstGeom>
          <a:ln w="15875" cap="rnd">
            <a:solidFill>
              <a:schemeClr val="tx1"/>
            </a:solidFill>
            <a:round/>
            <a:headEnd w="lg" len="sm"/>
            <a:tailEnd type="triangle" w="lg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Connecteur en angle 19">
            <a:extLst>
              <a:ext uri="{FF2B5EF4-FFF2-40B4-BE49-F238E27FC236}">
                <a16:creationId xmlns:a16="http://schemas.microsoft.com/office/drawing/2014/main" id="{37902442-A0BE-A66C-7808-B960A685F6D5}"/>
              </a:ext>
            </a:extLst>
          </p:cNvPr>
          <p:cNvCxnSpPr>
            <a:cxnSpLocks/>
            <a:stCxn id="70" idx="3"/>
            <a:endCxn id="69" idx="2"/>
          </p:cNvCxnSpPr>
          <p:nvPr/>
        </p:nvCxnSpPr>
        <p:spPr>
          <a:xfrm flipV="1">
            <a:off x="3227624" y="1452815"/>
            <a:ext cx="1218464" cy="648352"/>
          </a:xfrm>
          <a:prstGeom prst="bentConnector2">
            <a:avLst/>
          </a:prstGeom>
          <a:ln w="15875" cap="rnd">
            <a:solidFill>
              <a:schemeClr val="tx1"/>
            </a:solidFill>
            <a:round/>
            <a:headEnd w="lg" len="sm"/>
            <a:tailEnd type="triangle" w="lg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ZoneTexte 58">
            <a:extLst>
              <a:ext uri="{FF2B5EF4-FFF2-40B4-BE49-F238E27FC236}">
                <a16:creationId xmlns:a16="http://schemas.microsoft.com/office/drawing/2014/main" id="{2E2605DE-BB8C-8544-E0D8-A3E871FF17D5}"/>
              </a:ext>
            </a:extLst>
          </p:cNvPr>
          <p:cNvSpPr txBox="1"/>
          <p:nvPr/>
        </p:nvSpPr>
        <p:spPr>
          <a:xfrm>
            <a:off x="9750246" y="3770134"/>
            <a:ext cx="53073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100" b="1" dirty="0">
                <a:solidFill>
                  <a:srgbClr val="FF0000"/>
                </a:solidFill>
                <a:latin typeface="Calibri" panose="020F0502020204030204"/>
              </a:rPr>
              <a:t>KO</a:t>
            </a:r>
            <a:endParaRPr kumimoji="0" lang="fr-FR" sz="11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6" name="ZoneTexte 58">
            <a:extLst>
              <a:ext uri="{FF2B5EF4-FFF2-40B4-BE49-F238E27FC236}">
                <a16:creationId xmlns:a16="http://schemas.microsoft.com/office/drawing/2014/main" id="{0D2B08A1-8F00-7BA0-6F41-1F33E3EA6A8F}"/>
              </a:ext>
            </a:extLst>
          </p:cNvPr>
          <p:cNvSpPr txBox="1"/>
          <p:nvPr/>
        </p:nvSpPr>
        <p:spPr>
          <a:xfrm>
            <a:off x="2834265" y="4234385"/>
            <a:ext cx="53073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100" b="1" dirty="0">
                <a:solidFill>
                  <a:srgbClr val="FF0000"/>
                </a:solidFill>
                <a:latin typeface="Calibri" panose="020F0502020204030204"/>
              </a:rPr>
              <a:t>KO</a:t>
            </a:r>
            <a:endParaRPr kumimoji="0" lang="fr-FR" sz="11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7" name="ZoneTexte 58">
            <a:extLst>
              <a:ext uri="{FF2B5EF4-FFF2-40B4-BE49-F238E27FC236}">
                <a16:creationId xmlns:a16="http://schemas.microsoft.com/office/drawing/2014/main" id="{E47337F4-AC0F-7A58-B233-5736F1DEAC00}"/>
              </a:ext>
            </a:extLst>
          </p:cNvPr>
          <p:cNvSpPr txBox="1"/>
          <p:nvPr/>
        </p:nvSpPr>
        <p:spPr>
          <a:xfrm>
            <a:off x="2397801" y="1573397"/>
            <a:ext cx="53073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100" b="1" dirty="0">
                <a:solidFill>
                  <a:srgbClr val="FF0000"/>
                </a:solidFill>
                <a:latin typeface="Calibri" panose="020F0502020204030204"/>
              </a:rPr>
              <a:t>KO</a:t>
            </a:r>
            <a:endParaRPr kumimoji="0" lang="fr-FR" sz="11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8" name="ZoneTexte 137">
            <a:extLst>
              <a:ext uri="{FF2B5EF4-FFF2-40B4-BE49-F238E27FC236}">
                <a16:creationId xmlns:a16="http://schemas.microsoft.com/office/drawing/2014/main" id="{DDB04BD3-387F-1DBB-02D6-40A8DDE75EFC}"/>
              </a:ext>
            </a:extLst>
          </p:cNvPr>
          <p:cNvSpPr txBox="1"/>
          <p:nvPr/>
        </p:nvSpPr>
        <p:spPr>
          <a:xfrm>
            <a:off x="3128775" y="937881"/>
            <a:ext cx="776749" cy="264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OK</a:t>
            </a:r>
          </a:p>
        </p:txBody>
      </p:sp>
      <p:sp>
        <p:nvSpPr>
          <p:cNvPr id="139" name="ZoneTexte 138">
            <a:extLst>
              <a:ext uri="{FF2B5EF4-FFF2-40B4-BE49-F238E27FC236}">
                <a16:creationId xmlns:a16="http://schemas.microsoft.com/office/drawing/2014/main" id="{998A9AB3-E80D-0C17-2CA6-AD086B7072C0}"/>
              </a:ext>
            </a:extLst>
          </p:cNvPr>
          <p:cNvSpPr txBox="1"/>
          <p:nvPr/>
        </p:nvSpPr>
        <p:spPr>
          <a:xfrm>
            <a:off x="10526825" y="4537062"/>
            <a:ext cx="776749" cy="264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OK</a:t>
            </a:r>
          </a:p>
        </p:txBody>
      </p:sp>
      <p:sp>
        <p:nvSpPr>
          <p:cNvPr id="140" name="ZoneTexte 139">
            <a:extLst>
              <a:ext uri="{FF2B5EF4-FFF2-40B4-BE49-F238E27FC236}">
                <a16:creationId xmlns:a16="http://schemas.microsoft.com/office/drawing/2014/main" id="{D892C9D1-DE45-F756-D66A-8E0FA1B6EA7E}"/>
              </a:ext>
            </a:extLst>
          </p:cNvPr>
          <p:cNvSpPr txBox="1"/>
          <p:nvPr/>
        </p:nvSpPr>
        <p:spPr>
          <a:xfrm>
            <a:off x="1869677" y="4579981"/>
            <a:ext cx="776749" cy="264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OK</a:t>
            </a:r>
          </a:p>
        </p:txBody>
      </p:sp>
      <p:sp>
        <p:nvSpPr>
          <p:cNvPr id="141" name="ZoneTexte 140">
            <a:extLst>
              <a:ext uri="{FF2B5EF4-FFF2-40B4-BE49-F238E27FC236}">
                <a16:creationId xmlns:a16="http://schemas.microsoft.com/office/drawing/2014/main" id="{A46B12A0-4EC7-E5EC-C7AD-6CDF0830095B}"/>
              </a:ext>
            </a:extLst>
          </p:cNvPr>
          <p:cNvSpPr txBox="1"/>
          <p:nvPr/>
        </p:nvSpPr>
        <p:spPr>
          <a:xfrm>
            <a:off x="5563029" y="4538777"/>
            <a:ext cx="776749" cy="264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OK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14C6E439-EB3F-73D3-61F4-E54F359736AC}"/>
              </a:ext>
            </a:extLst>
          </p:cNvPr>
          <p:cNvSpPr txBox="1"/>
          <p:nvPr/>
        </p:nvSpPr>
        <p:spPr>
          <a:xfrm>
            <a:off x="8944710" y="5483815"/>
            <a:ext cx="776749" cy="264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OK</a:t>
            </a:r>
          </a:p>
        </p:txBody>
      </p:sp>
      <p:pic>
        <p:nvPicPr>
          <p:cNvPr id="2" name="Image 56">
            <a:extLst>
              <a:ext uri="{FF2B5EF4-FFF2-40B4-BE49-F238E27FC236}">
                <a16:creationId xmlns:a16="http://schemas.microsoft.com/office/drawing/2014/main" id="{BD7A862E-7613-4E0D-FEB8-EA2EC18AFE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0799" y="5148438"/>
            <a:ext cx="309152" cy="304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2876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0" name="Tableau 6">
            <a:extLst>
              <a:ext uri="{FF2B5EF4-FFF2-40B4-BE49-F238E27FC236}">
                <a16:creationId xmlns:a16="http://schemas.microsoft.com/office/drawing/2014/main" id="{6C87B61F-14CF-C865-181E-7B8BDB0FB9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8906451"/>
              </p:ext>
            </p:extLst>
          </p:nvPr>
        </p:nvGraphicFramePr>
        <p:xfrm>
          <a:off x="-10826" y="665592"/>
          <a:ext cx="12161438" cy="61924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4680">
                  <a:extLst>
                    <a:ext uri="{9D8B030D-6E8A-4147-A177-3AD203B41FA5}">
                      <a16:colId xmlns:a16="http://schemas.microsoft.com/office/drawing/2014/main" val="2589993025"/>
                    </a:ext>
                  </a:extLst>
                </a:gridCol>
                <a:gridCol w="11636758">
                  <a:extLst>
                    <a:ext uri="{9D8B030D-6E8A-4147-A177-3AD203B41FA5}">
                      <a16:colId xmlns:a16="http://schemas.microsoft.com/office/drawing/2014/main" val="2517534899"/>
                    </a:ext>
                  </a:extLst>
                </a:gridCol>
              </a:tblGrid>
              <a:tr h="322556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100" b="1" kern="1200" spc="300" dirty="0">
                          <a:solidFill>
                            <a:schemeClr val="bg1"/>
                          </a:solidFill>
                          <a:latin typeface="Abadi Extra Light" panose="020B0604020202020204" pitchFamily="34" charset="0"/>
                          <a:ea typeface="+mn-ea"/>
                          <a:cs typeface="Adobe Devanagari" panose="02040503050201020203" pitchFamily="18" charset="0"/>
                        </a:rPr>
                        <a:t>Client</a:t>
                      </a:r>
                      <a:endParaRPr lang="fr-SN" sz="1100" b="1" kern="1200" spc="300" dirty="0">
                        <a:solidFill>
                          <a:schemeClr val="bg1"/>
                        </a:solidFill>
                        <a:latin typeface="Abadi Extra Light" panose="020B0604020202020204" pitchFamily="34" charset="0"/>
                        <a:ea typeface="+mn-ea"/>
                        <a:cs typeface="Adobe Devanagari" panose="02040503050201020203" pitchFamily="18" charset="0"/>
                      </a:endParaRPr>
                    </a:p>
                  </a:txBody>
                  <a:tcPr vert="vert270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S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5409488"/>
                  </a:ext>
                </a:extLst>
              </a:tr>
              <a:tr h="296684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SN" sz="1100" b="1" kern="1200" spc="300" dirty="0">
                          <a:solidFill>
                            <a:schemeClr val="bg1"/>
                          </a:solidFill>
                          <a:latin typeface="Abadi Extra Light" panose="020B0604020202020204" pitchFamily="34" charset="0"/>
                          <a:ea typeface="+mn-ea"/>
                          <a:cs typeface="Adobe Devanagari" panose="02040503050201020203" pitchFamily="18" charset="0"/>
                        </a:rPr>
                        <a:t>Administrateur</a:t>
                      </a:r>
                    </a:p>
                  </a:txBody>
                  <a:tcPr vert="vert270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S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4897550"/>
                  </a:ext>
                </a:extLst>
              </a:tr>
            </a:tbl>
          </a:graphicData>
        </a:graphic>
      </p:graphicFrame>
      <p:sp>
        <p:nvSpPr>
          <p:cNvPr id="63" name="Organigramme : Connecteur 62">
            <a:extLst>
              <a:ext uri="{FF2B5EF4-FFF2-40B4-BE49-F238E27FC236}">
                <a16:creationId xmlns:a16="http://schemas.microsoft.com/office/drawing/2014/main" id="{1E73D88D-A21A-D3D9-02E3-B32270D45D4F}"/>
              </a:ext>
            </a:extLst>
          </p:cNvPr>
          <p:cNvSpPr/>
          <p:nvPr/>
        </p:nvSpPr>
        <p:spPr>
          <a:xfrm>
            <a:off x="667825" y="1213396"/>
            <a:ext cx="246438" cy="259862"/>
          </a:xfrm>
          <a:prstGeom prst="flowChartConnector">
            <a:avLst/>
          </a:prstGeom>
          <a:solidFill>
            <a:srgbClr val="A1D7C8"/>
          </a:solidFill>
          <a:ln w="63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600" i="0" u="none" strike="noStrike" kern="1200" cap="none" spc="0" normalizeH="0" baseline="0" noProof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Organigramme : Décision 63">
            <a:extLst>
              <a:ext uri="{FF2B5EF4-FFF2-40B4-BE49-F238E27FC236}">
                <a16:creationId xmlns:a16="http://schemas.microsoft.com/office/drawing/2014/main" id="{62BEFD7E-B4F0-4300-5E16-8215FFCEF43F}"/>
              </a:ext>
            </a:extLst>
          </p:cNvPr>
          <p:cNvSpPr/>
          <p:nvPr/>
        </p:nvSpPr>
        <p:spPr>
          <a:xfrm>
            <a:off x="10052260" y="4048013"/>
            <a:ext cx="1537813" cy="736325"/>
          </a:xfrm>
          <a:prstGeom prst="flowChartDecision">
            <a:avLst/>
          </a:prstGeom>
          <a:solidFill>
            <a:srgbClr val="F3F8FF"/>
          </a:solidFill>
          <a:ln w="15875" cap="rnd">
            <a:solidFill>
              <a:srgbClr val="001D4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 dirty="0">
                <a:ln>
                  <a:noFill/>
                </a:ln>
                <a:solidFill>
                  <a:srgbClr val="001D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Valider le paiement</a:t>
            </a:r>
          </a:p>
        </p:txBody>
      </p:sp>
      <p:cxnSp>
        <p:nvCxnSpPr>
          <p:cNvPr id="65" name="Connecteur en angle 19">
            <a:extLst>
              <a:ext uri="{FF2B5EF4-FFF2-40B4-BE49-F238E27FC236}">
                <a16:creationId xmlns:a16="http://schemas.microsoft.com/office/drawing/2014/main" id="{4ABF6940-B14E-C909-77D7-B1E1CCC5EEC0}"/>
              </a:ext>
            </a:extLst>
          </p:cNvPr>
          <p:cNvCxnSpPr>
            <a:cxnSpLocks/>
            <a:stCxn id="69" idx="3"/>
            <a:endCxn id="87" idx="0"/>
          </p:cNvCxnSpPr>
          <p:nvPr/>
        </p:nvCxnSpPr>
        <p:spPr>
          <a:xfrm flipH="1">
            <a:off x="1621523" y="2840486"/>
            <a:ext cx="2593808" cy="1463200"/>
          </a:xfrm>
          <a:prstGeom prst="bentConnector4">
            <a:avLst>
              <a:gd name="adj1" fmla="val -8813"/>
              <a:gd name="adj2" fmla="val 60966"/>
            </a:avLst>
          </a:prstGeom>
          <a:ln w="15875" cap="rnd">
            <a:solidFill>
              <a:schemeClr val="tx1"/>
            </a:solidFill>
            <a:round/>
            <a:headEnd w="lg" len="sm"/>
            <a:tailEnd type="triangle" w="lg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ZoneTexte 58">
            <a:extLst>
              <a:ext uri="{FF2B5EF4-FFF2-40B4-BE49-F238E27FC236}">
                <a16:creationId xmlns:a16="http://schemas.microsoft.com/office/drawing/2014/main" id="{CABEABA8-93F8-2FC8-2D72-2F66B6560F90}"/>
              </a:ext>
            </a:extLst>
          </p:cNvPr>
          <p:cNvSpPr txBox="1"/>
          <p:nvPr/>
        </p:nvSpPr>
        <p:spPr>
          <a:xfrm>
            <a:off x="11571954" y="982132"/>
            <a:ext cx="776749" cy="2618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FIN</a:t>
            </a:r>
          </a:p>
        </p:txBody>
      </p:sp>
      <p:sp>
        <p:nvSpPr>
          <p:cNvPr id="67" name="Organigramme : Connecteur 59">
            <a:extLst>
              <a:ext uri="{FF2B5EF4-FFF2-40B4-BE49-F238E27FC236}">
                <a16:creationId xmlns:a16="http://schemas.microsoft.com/office/drawing/2014/main" id="{7C740C79-9FA5-97F3-7B8C-5746D53DB806}"/>
              </a:ext>
            </a:extLst>
          </p:cNvPr>
          <p:cNvSpPr/>
          <p:nvPr/>
        </p:nvSpPr>
        <p:spPr>
          <a:xfrm>
            <a:off x="11291642" y="954591"/>
            <a:ext cx="246438" cy="252461"/>
          </a:xfrm>
          <a:prstGeom prst="flowChartConnector">
            <a:avLst/>
          </a:prstGeom>
          <a:solidFill>
            <a:srgbClr val="C00000"/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600" b="0" i="0" u="none" strike="noStrike" kern="1200" cap="none" spc="0" normalizeH="0" baseline="0" noProof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Organigramme : Décision 67">
            <a:extLst>
              <a:ext uri="{FF2B5EF4-FFF2-40B4-BE49-F238E27FC236}">
                <a16:creationId xmlns:a16="http://schemas.microsoft.com/office/drawing/2014/main" id="{5DF9681F-64EB-324D-DE04-960458F15481}"/>
              </a:ext>
            </a:extLst>
          </p:cNvPr>
          <p:cNvSpPr/>
          <p:nvPr/>
        </p:nvSpPr>
        <p:spPr>
          <a:xfrm>
            <a:off x="1188938" y="780547"/>
            <a:ext cx="1645536" cy="736325"/>
          </a:xfrm>
          <a:prstGeom prst="flowChartDecision">
            <a:avLst/>
          </a:prstGeom>
          <a:solidFill>
            <a:srgbClr val="F3F8FF"/>
          </a:solidFill>
          <a:ln w="15875" cap="rnd">
            <a:solidFill>
              <a:srgbClr val="001D4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100" dirty="0">
                <a:solidFill>
                  <a:srgbClr val="001D44"/>
                </a:solidFill>
                <a:latin typeface="Calibri" panose="020F0502020204030204"/>
              </a:rPr>
              <a:t>Client inscrit ?</a:t>
            </a:r>
            <a:endParaRPr kumimoji="0" lang="fr-FR" sz="1100" b="0" i="0" u="none" strike="noStrike" kern="1200" cap="none" spc="0" normalizeH="0" baseline="0" noProof="0" dirty="0">
              <a:ln>
                <a:noFill/>
              </a:ln>
              <a:solidFill>
                <a:srgbClr val="001D4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" name="Rectangle : coins arrondis 68">
            <a:extLst>
              <a:ext uri="{FF2B5EF4-FFF2-40B4-BE49-F238E27FC236}">
                <a16:creationId xmlns:a16="http://schemas.microsoft.com/office/drawing/2014/main" id="{4E136DEC-6293-D03A-CBCA-785ACC13DFA0}"/>
              </a:ext>
            </a:extLst>
          </p:cNvPr>
          <p:cNvSpPr/>
          <p:nvPr/>
        </p:nvSpPr>
        <p:spPr>
          <a:xfrm>
            <a:off x="2569796" y="2519587"/>
            <a:ext cx="1645535" cy="641798"/>
          </a:xfrm>
          <a:prstGeom prst="roundRect">
            <a:avLst/>
          </a:prstGeom>
          <a:solidFill>
            <a:srgbClr val="F3F8FF"/>
          </a:solidFill>
          <a:ln w="15875" cap="rnd">
            <a:solidFill>
              <a:srgbClr val="001D4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 dirty="0">
                <a:ln>
                  <a:noFill/>
                </a:ln>
                <a:solidFill>
                  <a:srgbClr val="001D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Faire une demande d’achat</a:t>
            </a:r>
          </a:p>
        </p:txBody>
      </p:sp>
      <p:sp>
        <p:nvSpPr>
          <p:cNvPr id="70" name="Rectangle : coins arrondis 53">
            <a:extLst>
              <a:ext uri="{FF2B5EF4-FFF2-40B4-BE49-F238E27FC236}">
                <a16:creationId xmlns:a16="http://schemas.microsoft.com/office/drawing/2014/main" id="{430DCC0D-D18E-87FD-7EDE-C517803B5CB4}"/>
              </a:ext>
            </a:extLst>
          </p:cNvPr>
          <p:cNvSpPr/>
          <p:nvPr/>
        </p:nvSpPr>
        <p:spPr>
          <a:xfrm>
            <a:off x="591925" y="2060567"/>
            <a:ext cx="1221260" cy="366357"/>
          </a:xfrm>
          <a:prstGeom prst="roundRect">
            <a:avLst/>
          </a:prstGeom>
          <a:solidFill>
            <a:srgbClr val="F3F8FF"/>
          </a:solidFill>
          <a:ln w="15875" cap="rnd">
            <a:solidFill>
              <a:srgbClr val="001D4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 dirty="0">
                <a:ln>
                  <a:noFill/>
                </a:ln>
                <a:solidFill>
                  <a:srgbClr val="001D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Effectuer l’inscription</a:t>
            </a:r>
          </a:p>
        </p:txBody>
      </p:sp>
      <p:cxnSp>
        <p:nvCxnSpPr>
          <p:cNvPr id="71" name="Connecteur en angle 19">
            <a:extLst>
              <a:ext uri="{FF2B5EF4-FFF2-40B4-BE49-F238E27FC236}">
                <a16:creationId xmlns:a16="http://schemas.microsoft.com/office/drawing/2014/main" id="{45D0D0E2-BF77-24C7-DED9-97A918E19AEC}"/>
              </a:ext>
            </a:extLst>
          </p:cNvPr>
          <p:cNvCxnSpPr>
            <a:cxnSpLocks/>
            <a:stCxn id="68" idx="2"/>
            <a:endCxn id="70" idx="0"/>
          </p:cNvCxnSpPr>
          <p:nvPr/>
        </p:nvCxnSpPr>
        <p:spPr>
          <a:xfrm rot="5400000">
            <a:off x="1335284" y="1384144"/>
            <a:ext cx="543695" cy="809151"/>
          </a:xfrm>
          <a:prstGeom prst="bentConnector3">
            <a:avLst>
              <a:gd name="adj1" fmla="val 50000"/>
            </a:avLst>
          </a:prstGeom>
          <a:ln w="12700" cap="rnd">
            <a:solidFill>
              <a:srgbClr val="C00000"/>
            </a:solidFill>
            <a:round/>
            <a:headEnd w="lg" len="sm"/>
            <a:tailEnd type="triangle" w="lg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eur en angle 19">
            <a:extLst>
              <a:ext uri="{FF2B5EF4-FFF2-40B4-BE49-F238E27FC236}">
                <a16:creationId xmlns:a16="http://schemas.microsoft.com/office/drawing/2014/main" id="{454E23D8-DC93-0498-4752-6939EB1FCE47}"/>
              </a:ext>
            </a:extLst>
          </p:cNvPr>
          <p:cNvCxnSpPr>
            <a:cxnSpLocks/>
            <a:stCxn id="68" idx="3"/>
            <a:endCxn id="69" idx="1"/>
          </p:cNvCxnSpPr>
          <p:nvPr/>
        </p:nvCxnSpPr>
        <p:spPr>
          <a:xfrm flipH="1">
            <a:off x="2569796" y="1148710"/>
            <a:ext cx="264678" cy="1691776"/>
          </a:xfrm>
          <a:prstGeom prst="bentConnector5">
            <a:avLst>
              <a:gd name="adj1" fmla="val -86369"/>
              <a:gd name="adj2" fmla="val 51397"/>
              <a:gd name="adj3" fmla="val 186369"/>
            </a:avLst>
          </a:prstGeom>
          <a:ln w="12700" cap="rnd">
            <a:solidFill>
              <a:srgbClr val="00B050"/>
            </a:solidFill>
            <a:round/>
            <a:headEnd w="lg" len="sm"/>
            <a:tailEnd type="triangle" w="lg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Rectangle : coins arrondis 53">
            <a:extLst>
              <a:ext uri="{FF2B5EF4-FFF2-40B4-BE49-F238E27FC236}">
                <a16:creationId xmlns:a16="http://schemas.microsoft.com/office/drawing/2014/main" id="{6870E82C-E9AC-B2F8-5C24-EB953097F162}"/>
              </a:ext>
            </a:extLst>
          </p:cNvPr>
          <p:cNvSpPr/>
          <p:nvPr/>
        </p:nvSpPr>
        <p:spPr>
          <a:xfrm>
            <a:off x="9043799" y="1189096"/>
            <a:ext cx="1645535" cy="641798"/>
          </a:xfrm>
          <a:prstGeom prst="roundRect">
            <a:avLst/>
          </a:prstGeom>
          <a:solidFill>
            <a:srgbClr val="F3F8FF"/>
          </a:solidFill>
          <a:ln w="15875" cap="rnd">
            <a:solidFill>
              <a:srgbClr val="001D4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kumimoji="0" lang="fr-FR" sz="1100" b="0" i="0" u="none" strike="noStrike" kern="1200" cap="none" spc="0" normalizeH="0" baseline="0" noProof="0" dirty="0">
                <a:ln>
                  <a:noFill/>
                </a:ln>
                <a:solidFill>
                  <a:srgbClr val="001D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Effectuer le 2</a:t>
            </a:r>
            <a:r>
              <a:rPr kumimoji="0" lang="fr-FR" sz="1100" b="0" i="0" u="none" strike="noStrike" kern="1200" cap="none" spc="0" normalizeH="0" baseline="30000" noProof="0" dirty="0">
                <a:ln>
                  <a:noFill/>
                </a:ln>
                <a:solidFill>
                  <a:srgbClr val="001D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ème</a:t>
            </a:r>
            <a:r>
              <a:rPr kumimoji="0" lang="fr-FR" sz="1100" b="0" i="0" u="none" strike="noStrike" kern="1200" cap="none" spc="0" normalizeH="0" baseline="0" noProof="0" dirty="0">
                <a:ln>
                  <a:noFill/>
                </a:ln>
                <a:solidFill>
                  <a:srgbClr val="001D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lang="fr-FR" sz="1100" dirty="0">
                <a:solidFill>
                  <a:srgbClr val="001D44"/>
                </a:solidFill>
                <a:latin typeface="Calibri" panose="020F0502020204030204"/>
              </a:rPr>
              <a:t>paiement</a:t>
            </a:r>
            <a:endParaRPr kumimoji="0" lang="fr-FR" sz="1100" b="0" i="0" u="none" strike="noStrike" kern="1200" cap="none" spc="0" normalizeH="0" baseline="0" noProof="0" dirty="0">
              <a:ln>
                <a:noFill/>
              </a:ln>
              <a:solidFill>
                <a:srgbClr val="001D4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Rectangle : coins arrondis 53">
            <a:extLst>
              <a:ext uri="{FF2B5EF4-FFF2-40B4-BE49-F238E27FC236}">
                <a16:creationId xmlns:a16="http://schemas.microsoft.com/office/drawing/2014/main" id="{F04BAE86-FBF3-F5DC-D5AB-AA3BD7FA3756}"/>
              </a:ext>
            </a:extLst>
          </p:cNvPr>
          <p:cNvSpPr/>
          <p:nvPr/>
        </p:nvSpPr>
        <p:spPr>
          <a:xfrm>
            <a:off x="8932726" y="2175478"/>
            <a:ext cx="1645535" cy="641798"/>
          </a:xfrm>
          <a:prstGeom prst="roundRect">
            <a:avLst/>
          </a:prstGeom>
          <a:solidFill>
            <a:srgbClr val="F3F8FF"/>
          </a:solidFill>
          <a:ln w="15875" cap="rnd">
            <a:solidFill>
              <a:srgbClr val="001D4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 dirty="0">
                <a:ln>
                  <a:noFill/>
                </a:ln>
                <a:solidFill>
                  <a:srgbClr val="001D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Choisir le mode livraison</a:t>
            </a:r>
          </a:p>
        </p:txBody>
      </p:sp>
      <p:sp>
        <p:nvSpPr>
          <p:cNvPr id="76" name="Rectangle : coins arrondis 53">
            <a:extLst>
              <a:ext uri="{FF2B5EF4-FFF2-40B4-BE49-F238E27FC236}">
                <a16:creationId xmlns:a16="http://schemas.microsoft.com/office/drawing/2014/main" id="{7B906E07-CEF6-FCA8-631D-ED266C801026}"/>
              </a:ext>
            </a:extLst>
          </p:cNvPr>
          <p:cNvSpPr/>
          <p:nvPr/>
        </p:nvSpPr>
        <p:spPr>
          <a:xfrm>
            <a:off x="8800023" y="4906828"/>
            <a:ext cx="1645535" cy="641798"/>
          </a:xfrm>
          <a:prstGeom prst="roundRect">
            <a:avLst/>
          </a:prstGeom>
          <a:solidFill>
            <a:srgbClr val="F3F8FF"/>
          </a:solidFill>
          <a:ln w="15875" cap="rnd">
            <a:solidFill>
              <a:srgbClr val="001D4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 dirty="0">
                <a:ln>
                  <a:noFill/>
                </a:ln>
                <a:solidFill>
                  <a:srgbClr val="001D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Envoyer une demande de paiement</a:t>
            </a:r>
          </a:p>
        </p:txBody>
      </p:sp>
      <p:sp>
        <p:nvSpPr>
          <p:cNvPr id="77" name="Rectangle : coins arrondis 53">
            <a:extLst>
              <a:ext uri="{FF2B5EF4-FFF2-40B4-BE49-F238E27FC236}">
                <a16:creationId xmlns:a16="http://schemas.microsoft.com/office/drawing/2014/main" id="{C30D74F1-87B6-9166-1248-AB11D71F0142}"/>
              </a:ext>
            </a:extLst>
          </p:cNvPr>
          <p:cNvSpPr/>
          <p:nvPr/>
        </p:nvSpPr>
        <p:spPr>
          <a:xfrm>
            <a:off x="7942668" y="5816769"/>
            <a:ext cx="1278713" cy="452188"/>
          </a:xfrm>
          <a:prstGeom prst="roundRect">
            <a:avLst/>
          </a:prstGeom>
          <a:solidFill>
            <a:srgbClr val="F3F8FF"/>
          </a:solidFill>
          <a:ln w="15875" cap="rnd">
            <a:solidFill>
              <a:srgbClr val="001D4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 dirty="0">
                <a:ln>
                  <a:noFill/>
                </a:ln>
                <a:solidFill>
                  <a:srgbClr val="001D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Expédier le colis</a:t>
            </a:r>
          </a:p>
        </p:txBody>
      </p:sp>
      <p:sp>
        <p:nvSpPr>
          <p:cNvPr id="78" name="Rectangle : coins arrondis 53">
            <a:extLst>
              <a:ext uri="{FF2B5EF4-FFF2-40B4-BE49-F238E27FC236}">
                <a16:creationId xmlns:a16="http://schemas.microsoft.com/office/drawing/2014/main" id="{0E68EE24-46D8-7A33-706D-7EFB888B3BE2}"/>
              </a:ext>
            </a:extLst>
          </p:cNvPr>
          <p:cNvSpPr/>
          <p:nvPr/>
        </p:nvSpPr>
        <p:spPr>
          <a:xfrm>
            <a:off x="7036201" y="4860889"/>
            <a:ext cx="1645535" cy="641798"/>
          </a:xfrm>
          <a:prstGeom prst="roundRect">
            <a:avLst/>
          </a:prstGeom>
          <a:solidFill>
            <a:srgbClr val="F3F8FF"/>
          </a:solidFill>
          <a:ln w="15875" cap="rnd">
            <a:solidFill>
              <a:srgbClr val="001D4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 dirty="0">
                <a:ln>
                  <a:noFill/>
                </a:ln>
                <a:solidFill>
                  <a:srgbClr val="001D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Confirmer le mode d’expédition et le délai prévisionnel</a:t>
            </a:r>
          </a:p>
        </p:txBody>
      </p:sp>
      <p:sp>
        <p:nvSpPr>
          <p:cNvPr id="79" name="Rectangle : coins arrondis 53">
            <a:extLst>
              <a:ext uri="{FF2B5EF4-FFF2-40B4-BE49-F238E27FC236}">
                <a16:creationId xmlns:a16="http://schemas.microsoft.com/office/drawing/2014/main" id="{6F99009C-B800-1E5B-9469-5B2BF8AC00E6}"/>
              </a:ext>
            </a:extLst>
          </p:cNvPr>
          <p:cNvSpPr/>
          <p:nvPr/>
        </p:nvSpPr>
        <p:spPr>
          <a:xfrm>
            <a:off x="2662807" y="4949586"/>
            <a:ext cx="1645535" cy="641798"/>
          </a:xfrm>
          <a:prstGeom prst="roundRect">
            <a:avLst/>
          </a:prstGeom>
          <a:solidFill>
            <a:srgbClr val="F3F8FF"/>
          </a:solidFill>
          <a:ln w="15875" cap="rnd">
            <a:solidFill>
              <a:srgbClr val="001D4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100" dirty="0">
                <a:solidFill>
                  <a:srgbClr val="001D44"/>
                </a:solidFill>
                <a:latin typeface="Calibri" panose="020F0502020204030204"/>
              </a:rPr>
              <a:t>Créer un devis</a:t>
            </a:r>
            <a:endParaRPr kumimoji="0" lang="fr-FR" sz="1100" b="0" i="0" u="none" strike="noStrike" kern="1200" cap="none" spc="0" normalizeH="0" baseline="0" noProof="0" dirty="0">
              <a:ln>
                <a:noFill/>
              </a:ln>
              <a:solidFill>
                <a:srgbClr val="001D4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0" name="Rectangle : coins arrondis 53">
            <a:extLst>
              <a:ext uri="{FF2B5EF4-FFF2-40B4-BE49-F238E27FC236}">
                <a16:creationId xmlns:a16="http://schemas.microsoft.com/office/drawing/2014/main" id="{FC3CD7A1-332F-1027-F1DF-4B8AC22A9479}"/>
              </a:ext>
            </a:extLst>
          </p:cNvPr>
          <p:cNvSpPr/>
          <p:nvPr/>
        </p:nvSpPr>
        <p:spPr>
          <a:xfrm>
            <a:off x="3651592" y="1730332"/>
            <a:ext cx="1645535" cy="641798"/>
          </a:xfrm>
          <a:prstGeom prst="roundRect">
            <a:avLst/>
          </a:prstGeom>
          <a:solidFill>
            <a:srgbClr val="F3F8FF"/>
          </a:solidFill>
          <a:ln w="15875" cap="rnd">
            <a:solidFill>
              <a:srgbClr val="001D4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 dirty="0">
                <a:ln>
                  <a:noFill/>
                </a:ln>
                <a:solidFill>
                  <a:srgbClr val="001D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Corriger la </a:t>
            </a:r>
            <a:r>
              <a:rPr lang="fr-FR" sz="1100" dirty="0">
                <a:solidFill>
                  <a:srgbClr val="001D44"/>
                </a:solidFill>
                <a:latin typeface="Calibri" panose="020F0502020204030204"/>
              </a:rPr>
              <a:t>demande</a:t>
            </a:r>
            <a:endParaRPr kumimoji="0" lang="fr-FR" sz="1100" b="0" i="0" u="none" strike="noStrike" kern="1200" cap="none" spc="0" normalizeH="0" baseline="0" noProof="0" dirty="0">
              <a:ln>
                <a:noFill/>
              </a:ln>
              <a:solidFill>
                <a:srgbClr val="001D4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1" name="Rectangle : coins arrondis 53">
            <a:extLst>
              <a:ext uri="{FF2B5EF4-FFF2-40B4-BE49-F238E27FC236}">
                <a16:creationId xmlns:a16="http://schemas.microsoft.com/office/drawing/2014/main" id="{A76D9432-1696-E4C1-0AA1-4C22C039E4A0}"/>
              </a:ext>
            </a:extLst>
          </p:cNvPr>
          <p:cNvSpPr/>
          <p:nvPr/>
        </p:nvSpPr>
        <p:spPr>
          <a:xfrm>
            <a:off x="2976053" y="4063880"/>
            <a:ext cx="1645535" cy="641798"/>
          </a:xfrm>
          <a:prstGeom prst="roundRect">
            <a:avLst/>
          </a:prstGeom>
          <a:solidFill>
            <a:srgbClr val="F3F8FF"/>
          </a:solidFill>
          <a:ln w="15875" cap="rnd">
            <a:solidFill>
              <a:srgbClr val="001D4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 dirty="0">
                <a:ln>
                  <a:noFill/>
                </a:ln>
                <a:solidFill>
                  <a:srgbClr val="001D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Renvoyer pour correction</a:t>
            </a:r>
          </a:p>
        </p:txBody>
      </p:sp>
      <p:cxnSp>
        <p:nvCxnSpPr>
          <p:cNvPr id="82" name="Connecteur en angle 19">
            <a:extLst>
              <a:ext uri="{FF2B5EF4-FFF2-40B4-BE49-F238E27FC236}">
                <a16:creationId xmlns:a16="http://schemas.microsoft.com/office/drawing/2014/main" id="{8ACDEF9E-A39F-933C-AEE9-AEC337EA04E2}"/>
              </a:ext>
            </a:extLst>
          </p:cNvPr>
          <p:cNvCxnSpPr>
            <a:cxnSpLocks/>
            <a:stCxn id="87" idx="3"/>
            <a:endCxn id="81" idx="1"/>
          </p:cNvCxnSpPr>
          <p:nvPr/>
        </p:nvCxnSpPr>
        <p:spPr>
          <a:xfrm flipV="1">
            <a:off x="2669159" y="4384779"/>
            <a:ext cx="306894" cy="287070"/>
          </a:xfrm>
          <a:prstGeom prst="bentConnector3">
            <a:avLst>
              <a:gd name="adj1" fmla="val 50000"/>
            </a:avLst>
          </a:prstGeom>
          <a:ln w="12700">
            <a:solidFill>
              <a:srgbClr val="C00000"/>
            </a:solidFill>
            <a:headEnd w="lg" len="sm"/>
            <a:tailEnd type="triangle" w="lg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necteur en angle 19">
            <a:extLst>
              <a:ext uri="{FF2B5EF4-FFF2-40B4-BE49-F238E27FC236}">
                <a16:creationId xmlns:a16="http://schemas.microsoft.com/office/drawing/2014/main" id="{ABA307DA-6572-07E2-1D14-17F0A00A1DC6}"/>
              </a:ext>
            </a:extLst>
          </p:cNvPr>
          <p:cNvCxnSpPr>
            <a:cxnSpLocks/>
            <a:stCxn id="87" idx="2"/>
            <a:endCxn id="79" idx="1"/>
          </p:cNvCxnSpPr>
          <p:nvPr/>
        </p:nvCxnSpPr>
        <p:spPr>
          <a:xfrm rot="16200000" flipH="1">
            <a:off x="2026928" y="4634606"/>
            <a:ext cx="230474" cy="1041284"/>
          </a:xfrm>
          <a:prstGeom prst="bentConnector2">
            <a:avLst/>
          </a:prstGeom>
          <a:ln w="12700" cap="rnd">
            <a:solidFill>
              <a:srgbClr val="00B050"/>
            </a:solidFill>
            <a:round/>
            <a:headEnd w="lg" len="sm"/>
            <a:tailEnd type="triangle" w="lg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necteur en angle 19">
            <a:extLst>
              <a:ext uri="{FF2B5EF4-FFF2-40B4-BE49-F238E27FC236}">
                <a16:creationId xmlns:a16="http://schemas.microsoft.com/office/drawing/2014/main" id="{E3E1C187-BE4A-C58F-D5CE-BC2ED98DA146}"/>
              </a:ext>
            </a:extLst>
          </p:cNvPr>
          <p:cNvCxnSpPr>
            <a:cxnSpLocks/>
            <a:stCxn id="81" idx="3"/>
            <a:endCxn id="80" idx="2"/>
          </p:cNvCxnSpPr>
          <p:nvPr/>
        </p:nvCxnSpPr>
        <p:spPr>
          <a:xfrm flipH="1" flipV="1">
            <a:off x="4474360" y="2372130"/>
            <a:ext cx="147228" cy="2012649"/>
          </a:xfrm>
          <a:prstGeom prst="bentConnector4">
            <a:avLst>
              <a:gd name="adj1" fmla="val -155269"/>
              <a:gd name="adj2" fmla="val 86666"/>
            </a:avLst>
          </a:prstGeom>
          <a:ln w="15875" cap="rnd">
            <a:solidFill>
              <a:schemeClr val="tx1"/>
            </a:solidFill>
            <a:round/>
            <a:headEnd w="lg" len="sm"/>
            <a:tailEnd type="triangle" w="lg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Organigramme : Décision 85">
            <a:extLst>
              <a:ext uri="{FF2B5EF4-FFF2-40B4-BE49-F238E27FC236}">
                <a16:creationId xmlns:a16="http://schemas.microsoft.com/office/drawing/2014/main" id="{1B8F475E-111E-DD1F-1E43-19D719636E8F}"/>
              </a:ext>
            </a:extLst>
          </p:cNvPr>
          <p:cNvSpPr/>
          <p:nvPr/>
        </p:nvSpPr>
        <p:spPr>
          <a:xfrm>
            <a:off x="6126657" y="5680934"/>
            <a:ext cx="1575700" cy="736325"/>
          </a:xfrm>
          <a:prstGeom prst="flowChartDecision">
            <a:avLst/>
          </a:prstGeom>
          <a:solidFill>
            <a:srgbClr val="F3F8FF"/>
          </a:solidFill>
          <a:ln w="15875" cap="rnd">
            <a:solidFill>
              <a:srgbClr val="001D4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 dirty="0">
                <a:ln>
                  <a:noFill/>
                </a:ln>
                <a:solidFill>
                  <a:srgbClr val="001D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Arrivée à l’entrepôt ?</a:t>
            </a:r>
          </a:p>
        </p:txBody>
      </p:sp>
      <p:sp>
        <p:nvSpPr>
          <p:cNvPr id="87" name="Organigramme : Décision 86">
            <a:extLst>
              <a:ext uri="{FF2B5EF4-FFF2-40B4-BE49-F238E27FC236}">
                <a16:creationId xmlns:a16="http://schemas.microsoft.com/office/drawing/2014/main" id="{00C749EF-DCE0-B30C-E240-924B14F6F8AC}"/>
              </a:ext>
            </a:extLst>
          </p:cNvPr>
          <p:cNvSpPr/>
          <p:nvPr/>
        </p:nvSpPr>
        <p:spPr>
          <a:xfrm>
            <a:off x="573886" y="4303686"/>
            <a:ext cx="2095273" cy="736325"/>
          </a:xfrm>
          <a:prstGeom prst="flowChartDecision">
            <a:avLst/>
          </a:prstGeom>
          <a:solidFill>
            <a:srgbClr val="F3F8FF"/>
          </a:solidFill>
          <a:ln w="15875" cap="rnd">
            <a:solidFill>
              <a:srgbClr val="001D4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 dirty="0">
                <a:ln>
                  <a:noFill/>
                </a:ln>
                <a:solidFill>
                  <a:srgbClr val="001D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Vérifier la conformité des informations</a:t>
            </a:r>
          </a:p>
        </p:txBody>
      </p:sp>
      <p:pic>
        <p:nvPicPr>
          <p:cNvPr id="88" name="Image 56">
            <a:extLst>
              <a:ext uri="{FF2B5EF4-FFF2-40B4-BE49-F238E27FC236}">
                <a16:creationId xmlns:a16="http://schemas.microsoft.com/office/drawing/2014/main" id="{9EF63846-B88E-D09B-705C-DC6839EE3D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7026" y="2448646"/>
            <a:ext cx="309152" cy="304659"/>
          </a:xfrm>
          <a:prstGeom prst="rect">
            <a:avLst/>
          </a:prstGeom>
        </p:spPr>
      </p:pic>
      <p:pic>
        <p:nvPicPr>
          <p:cNvPr id="89" name="Image 56">
            <a:extLst>
              <a:ext uri="{FF2B5EF4-FFF2-40B4-BE49-F238E27FC236}">
                <a16:creationId xmlns:a16="http://schemas.microsoft.com/office/drawing/2014/main" id="{ED30D23A-67B6-3535-E996-0A7B47F81C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1069" y="4019705"/>
            <a:ext cx="309152" cy="304659"/>
          </a:xfrm>
          <a:prstGeom prst="rect">
            <a:avLst/>
          </a:prstGeom>
        </p:spPr>
      </p:pic>
      <p:cxnSp>
        <p:nvCxnSpPr>
          <p:cNvPr id="90" name="Connecteur en angle 19">
            <a:extLst>
              <a:ext uri="{FF2B5EF4-FFF2-40B4-BE49-F238E27FC236}">
                <a16:creationId xmlns:a16="http://schemas.microsoft.com/office/drawing/2014/main" id="{A1E8E5FC-9160-69C4-90B4-141CC239CCE5}"/>
              </a:ext>
            </a:extLst>
          </p:cNvPr>
          <p:cNvCxnSpPr>
            <a:cxnSpLocks/>
            <a:stCxn id="80" idx="0"/>
            <a:endCxn id="69" idx="0"/>
          </p:cNvCxnSpPr>
          <p:nvPr/>
        </p:nvCxnSpPr>
        <p:spPr>
          <a:xfrm rot="16200000" flipH="1" flipV="1">
            <a:off x="3538834" y="1584061"/>
            <a:ext cx="789255" cy="1081796"/>
          </a:xfrm>
          <a:prstGeom prst="bentConnector3">
            <a:avLst>
              <a:gd name="adj1" fmla="val -28964"/>
            </a:avLst>
          </a:prstGeom>
          <a:ln w="15875" cap="rnd">
            <a:solidFill>
              <a:schemeClr val="tx1"/>
            </a:solidFill>
            <a:round/>
            <a:headEnd w="lg" len="sm"/>
            <a:tailEnd type="triangle" w="lg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necteur en angle 19">
            <a:extLst>
              <a:ext uri="{FF2B5EF4-FFF2-40B4-BE49-F238E27FC236}">
                <a16:creationId xmlns:a16="http://schemas.microsoft.com/office/drawing/2014/main" id="{05FD8F11-DBFB-E634-62A9-C6E9A6E179C2}"/>
              </a:ext>
            </a:extLst>
          </p:cNvPr>
          <p:cNvCxnSpPr>
            <a:cxnSpLocks/>
            <a:stCxn id="86" idx="0"/>
            <a:endCxn id="78" idx="1"/>
          </p:cNvCxnSpPr>
          <p:nvPr/>
        </p:nvCxnSpPr>
        <p:spPr>
          <a:xfrm rot="5400000" flipH="1" flipV="1">
            <a:off x="6725781" y="5370514"/>
            <a:ext cx="499146" cy="121694"/>
          </a:xfrm>
          <a:prstGeom prst="bentConnector2">
            <a:avLst/>
          </a:prstGeom>
          <a:ln w="12700" cap="rnd">
            <a:solidFill>
              <a:srgbClr val="00B050"/>
            </a:solidFill>
            <a:round/>
            <a:headEnd w="lg" len="sm"/>
            <a:tailEnd type="triangle" w="lg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necteur en angle 19">
            <a:extLst>
              <a:ext uri="{FF2B5EF4-FFF2-40B4-BE49-F238E27FC236}">
                <a16:creationId xmlns:a16="http://schemas.microsoft.com/office/drawing/2014/main" id="{5E38B973-5CBC-1F28-BF8A-DEC38BF2202E}"/>
              </a:ext>
            </a:extLst>
          </p:cNvPr>
          <p:cNvCxnSpPr>
            <a:cxnSpLocks/>
            <a:stCxn id="78" idx="2"/>
            <a:endCxn id="77" idx="0"/>
          </p:cNvCxnSpPr>
          <p:nvPr/>
        </p:nvCxnSpPr>
        <p:spPr>
          <a:xfrm rot="16200000" flipH="1">
            <a:off x="8063456" y="5298200"/>
            <a:ext cx="314082" cy="723056"/>
          </a:xfrm>
          <a:prstGeom prst="bentConnector3">
            <a:avLst>
              <a:gd name="adj1" fmla="val 50000"/>
            </a:avLst>
          </a:prstGeom>
          <a:ln w="15875" cap="rnd">
            <a:solidFill>
              <a:schemeClr val="tx1"/>
            </a:solidFill>
            <a:round/>
            <a:headEnd w="lg" len="sm"/>
            <a:tailEnd type="triangle" w="lg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4" name="Image 56">
            <a:extLst>
              <a:ext uri="{FF2B5EF4-FFF2-40B4-BE49-F238E27FC236}">
                <a16:creationId xmlns:a16="http://schemas.microsoft.com/office/drawing/2014/main" id="{39C3CEAD-5FA2-C0BB-B1C1-8F8D91F25C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8968" y="4875882"/>
            <a:ext cx="309152" cy="304659"/>
          </a:xfrm>
          <a:prstGeom prst="rect">
            <a:avLst/>
          </a:prstGeom>
        </p:spPr>
      </p:pic>
      <p:pic>
        <p:nvPicPr>
          <p:cNvPr id="95" name="Image 56">
            <a:extLst>
              <a:ext uri="{FF2B5EF4-FFF2-40B4-BE49-F238E27FC236}">
                <a16:creationId xmlns:a16="http://schemas.microsoft.com/office/drawing/2014/main" id="{BB9B676D-B98F-41D6-835E-B00D50DD89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5357" y="4743056"/>
            <a:ext cx="309152" cy="304659"/>
          </a:xfrm>
          <a:prstGeom prst="rect">
            <a:avLst/>
          </a:prstGeom>
        </p:spPr>
      </p:pic>
      <p:sp>
        <p:nvSpPr>
          <p:cNvPr id="96" name="Organigramme : Décision 95">
            <a:extLst>
              <a:ext uri="{FF2B5EF4-FFF2-40B4-BE49-F238E27FC236}">
                <a16:creationId xmlns:a16="http://schemas.microsoft.com/office/drawing/2014/main" id="{DD7E0CFF-8619-146B-E903-5E91B7FE7627}"/>
              </a:ext>
            </a:extLst>
          </p:cNvPr>
          <p:cNvSpPr/>
          <p:nvPr/>
        </p:nvSpPr>
        <p:spPr>
          <a:xfrm>
            <a:off x="9186999" y="6058715"/>
            <a:ext cx="1618445" cy="736325"/>
          </a:xfrm>
          <a:prstGeom prst="flowChartDecision">
            <a:avLst/>
          </a:prstGeom>
          <a:solidFill>
            <a:srgbClr val="F3F8FF"/>
          </a:solidFill>
          <a:ln w="15875" cap="rnd">
            <a:solidFill>
              <a:srgbClr val="001D4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 dirty="0">
                <a:ln>
                  <a:noFill/>
                </a:ln>
                <a:solidFill>
                  <a:srgbClr val="001D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Arrivée à Dakar ?</a:t>
            </a:r>
          </a:p>
        </p:txBody>
      </p:sp>
      <p:pic>
        <p:nvPicPr>
          <p:cNvPr id="97" name="Image 56">
            <a:extLst>
              <a:ext uri="{FF2B5EF4-FFF2-40B4-BE49-F238E27FC236}">
                <a16:creationId xmlns:a16="http://schemas.microsoft.com/office/drawing/2014/main" id="{7222ED20-648F-D085-592C-3FD798D004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0413" y="4773454"/>
            <a:ext cx="309152" cy="304659"/>
          </a:xfrm>
          <a:prstGeom prst="rect">
            <a:avLst/>
          </a:prstGeom>
        </p:spPr>
      </p:pic>
      <p:sp>
        <p:nvSpPr>
          <p:cNvPr id="98" name="ZoneTexte 97">
            <a:extLst>
              <a:ext uri="{FF2B5EF4-FFF2-40B4-BE49-F238E27FC236}">
                <a16:creationId xmlns:a16="http://schemas.microsoft.com/office/drawing/2014/main" id="{4D436824-0E17-7252-EDEF-32B3BE12A209}"/>
              </a:ext>
            </a:extLst>
          </p:cNvPr>
          <p:cNvSpPr txBox="1"/>
          <p:nvPr/>
        </p:nvSpPr>
        <p:spPr>
          <a:xfrm>
            <a:off x="489717" y="882165"/>
            <a:ext cx="776749" cy="264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i="0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Début</a:t>
            </a:r>
          </a:p>
        </p:txBody>
      </p:sp>
      <p:cxnSp>
        <p:nvCxnSpPr>
          <p:cNvPr id="99" name="Connecteur en angle 19">
            <a:extLst>
              <a:ext uri="{FF2B5EF4-FFF2-40B4-BE49-F238E27FC236}">
                <a16:creationId xmlns:a16="http://schemas.microsoft.com/office/drawing/2014/main" id="{D4E22ADA-1C2C-7726-C8BF-8B1C8113ECE8}"/>
              </a:ext>
            </a:extLst>
          </p:cNvPr>
          <p:cNvCxnSpPr>
            <a:cxnSpLocks/>
            <a:stCxn id="77" idx="2"/>
            <a:endCxn id="96" idx="1"/>
          </p:cNvCxnSpPr>
          <p:nvPr/>
        </p:nvCxnSpPr>
        <p:spPr>
          <a:xfrm rot="16200000" flipH="1">
            <a:off x="8805552" y="6045430"/>
            <a:ext cx="157921" cy="604974"/>
          </a:xfrm>
          <a:prstGeom prst="bentConnector2">
            <a:avLst/>
          </a:prstGeom>
          <a:ln w="15875" cap="rnd">
            <a:solidFill>
              <a:schemeClr val="tx1"/>
            </a:solidFill>
            <a:round/>
            <a:headEnd w="lg" len="sm"/>
            <a:tailEnd type="triangle" w="lg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nnecteur en angle 19">
            <a:extLst>
              <a:ext uri="{FF2B5EF4-FFF2-40B4-BE49-F238E27FC236}">
                <a16:creationId xmlns:a16="http://schemas.microsoft.com/office/drawing/2014/main" id="{F3CFCD17-6A3A-FC9B-594E-A1A95CC394F2}"/>
              </a:ext>
            </a:extLst>
          </p:cNvPr>
          <p:cNvCxnSpPr>
            <a:cxnSpLocks/>
            <a:stCxn id="96" idx="0"/>
            <a:endCxn id="76" idx="2"/>
          </p:cNvCxnSpPr>
          <p:nvPr/>
        </p:nvCxnSpPr>
        <p:spPr>
          <a:xfrm rot="16200000" flipV="1">
            <a:off x="9554463" y="5616955"/>
            <a:ext cx="510089" cy="373431"/>
          </a:xfrm>
          <a:prstGeom prst="bentConnector3">
            <a:avLst>
              <a:gd name="adj1" fmla="val 50000"/>
            </a:avLst>
          </a:prstGeom>
          <a:ln w="12700" cap="rnd">
            <a:solidFill>
              <a:srgbClr val="00B050"/>
            </a:solidFill>
            <a:round/>
            <a:headEnd w="lg" len="sm"/>
            <a:tailEnd type="triangle" w="lg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necteur en angle 19">
            <a:extLst>
              <a:ext uri="{FF2B5EF4-FFF2-40B4-BE49-F238E27FC236}">
                <a16:creationId xmlns:a16="http://schemas.microsoft.com/office/drawing/2014/main" id="{E633009C-67F7-210C-C249-4EE577F682F5}"/>
              </a:ext>
            </a:extLst>
          </p:cNvPr>
          <p:cNvCxnSpPr>
            <a:cxnSpLocks/>
            <a:stCxn id="76" idx="0"/>
            <a:endCxn id="75" idx="2"/>
          </p:cNvCxnSpPr>
          <p:nvPr/>
        </p:nvCxnSpPr>
        <p:spPr>
          <a:xfrm rot="5400000" flipH="1" flipV="1">
            <a:off x="8644366" y="3795701"/>
            <a:ext cx="2089552" cy="132703"/>
          </a:xfrm>
          <a:prstGeom prst="bentConnector3">
            <a:avLst>
              <a:gd name="adj1" fmla="val 50000"/>
            </a:avLst>
          </a:prstGeom>
          <a:ln w="15875" cap="rnd">
            <a:solidFill>
              <a:schemeClr val="tx1"/>
            </a:solidFill>
            <a:round/>
            <a:headEnd w="lg" len="sm"/>
            <a:tailEnd type="triangle" w="lg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nnecteur en angle 19">
            <a:extLst>
              <a:ext uri="{FF2B5EF4-FFF2-40B4-BE49-F238E27FC236}">
                <a16:creationId xmlns:a16="http://schemas.microsoft.com/office/drawing/2014/main" id="{578B9612-6F1C-6A97-D548-9D3FDB8708A5}"/>
              </a:ext>
            </a:extLst>
          </p:cNvPr>
          <p:cNvCxnSpPr>
            <a:cxnSpLocks/>
            <a:stCxn id="74" idx="3"/>
            <a:endCxn id="64" idx="0"/>
          </p:cNvCxnSpPr>
          <p:nvPr/>
        </p:nvCxnSpPr>
        <p:spPr>
          <a:xfrm>
            <a:off x="10689334" y="1509995"/>
            <a:ext cx="131833" cy="2538018"/>
          </a:xfrm>
          <a:prstGeom prst="bentConnector2">
            <a:avLst/>
          </a:prstGeom>
          <a:ln w="15875" cap="rnd">
            <a:solidFill>
              <a:schemeClr val="tx1"/>
            </a:solidFill>
            <a:round/>
            <a:headEnd w="lg" len="sm"/>
            <a:tailEnd type="triangle" w="lg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nnecteur en angle 19">
            <a:extLst>
              <a:ext uri="{FF2B5EF4-FFF2-40B4-BE49-F238E27FC236}">
                <a16:creationId xmlns:a16="http://schemas.microsoft.com/office/drawing/2014/main" id="{0B3BCD6F-2E99-A7C9-CEE5-7663DE76D42E}"/>
              </a:ext>
            </a:extLst>
          </p:cNvPr>
          <p:cNvCxnSpPr>
            <a:cxnSpLocks/>
            <a:stCxn id="64" idx="1"/>
            <a:endCxn id="74" idx="0"/>
          </p:cNvCxnSpPr>
          <p:nvPr/>
        </p:nvCxnSpPr>
        <p:spPr>
          <a:xfrm rot="10800000">
            <a:off x="9866568" y="1189096"/>
            <a:ext cx="185693" cy="3227080"/>
          </a:xfrm>
          <a:prstGeom prst="bentConnector4">
            <a:avLst>
              <a:gd name="adj1" fmla="val 666186"/>
              <a:gd name="adj2" fmla="val 107084"/>
            </a:avLst>
          </a:prstGeom>
          <a:ln w="15875" cap="rnd">
            <a:solidFill>
              <a:srgbClr val="C00000"/>
            </a:solidFill>
            <a:round/>
            <a:headEnd w="lg" len="sm"/>
            <a:tailEnd type="triangle" w="lg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necteur en angle 19">
            <a:extLst>
              <a:ext uri="{FF2B5EF4-FFF2-40B4-BE49-F238E27FC236}">
                <a16:creationId xmlns:a16="http://schemas.microsoft.com/office/drawing/2014/main" id="{68F96159-62AC-B299-594D-E5D77E296D69}"/>
              </a:ext>
            </a:extLst>
          </p:cNvPr>
          <p:cNvCxnSpPr>
            <a:cxnSpLocks/>
            <a:stCxn id="75" idx="0"/>
            <a:endCxn id="74" idx="2"/>
          </p:cNvCxnSpPr>
          <p:nvPr/>
        </p:nvCxnSpPr>
        <p:spPr>
          <a:xfrm rot="5400000" flipH="1" flipV="1">
            <a:off x="9638738" y="1947650"/>
            <a:ext cx="344584" cy="111073"/>
          </a:xfrm>
          <a:prstGeom prst="bentConnector3">
            <a:avLst>
              <a:gd name="adj1" fmla="val 50000"/>
            </a:avLst>
          </a:prstGeom>
          <a:ln w="15875" cap="rnd">
            <a:solidFill>
              <a:schemeClr val="tx1"/>
            </a:solidFill>
            <a:round/>
            <a:headEnd w="lg" len="sm"/>
            <a:tailEnd type="triangle" w="lg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Rectangle : coins arrondis 53">
            <a:extLst>
              <a:ext uri="{FF2B5EF4-FFF2-40B4-BE49-F238E27FC236}">
                <a16:creationId xmlns:a16="http://schemas.microsoft.com/office/drawing/2014/main" id="{2278F38F-5363-C0DA-5D60-EEC5B944CDBB}"/>
              </a:ext>
            </a:extLst>
          </p:cNvPr>
          <p:cNvSpPr/>
          <p:nvPr/>
        </p:nvSpPr>
        <p:spPr>
          <a:xfrm>
            <a:off x="10487653" y="5360035"/>
            <a:ext cx="1351849" cy="641798"/>
          </a:xfrm>
          <a:prstGeom prst="roundRect">
            <a:avLst/>
          </a:prstGeom>
          <a:solidFill>
            <a:srgbClr val="F3F8FF"/>
          </a:solidFill>
          <a:ln w="15875" cap="rnd">
            <a:solidFill>
              <a:srgbClr val="001D4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 dirty="0">
                <a:ln>
                  <a:noFill/>
                </a:ln>
                <a:solidFill>
                  <a:srgbClr val="001D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Effectuer la livraison</a:t>
            </a:r>
          </a:p>
        </p:txBody>
      </p:sp>
      <p:pic>
        <p:nvPicPr>
          <p:cNvPr id="106" name="Image 56">
            <a:extLst>
              <a:ext uri="{FF2B5EF4-FFF2-40B4-BE49-F238E27FC236}">
                <a16:creationId xmlns:a16="http://schemas.microsoft.com/office/drawing/2014/main" id="{A5367969-EE5A-21E3-C197-F6840649C5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7948" y="4293310"/>
            <a:ext cx="309152" cy="304659"/>
          </a:xfrm>
          <a:prstGeom prst="rect">
            <a:avLst/>
          </a:prstGeom>
        </p:spPr>
      </p:pic>
      <p:cxnSp>
        <p:nvCxnSpPr>
          <p:cNvPr id="107" name="Connecteur en angle 19">
            <a:extLst>
              <a:ext uri="{FF2B5EF4-FFF2-40B4-BE49-F238E27FC236}">
                <a16:creationId xmlns:a16="http://schemas.microsoft.com/office/drawing/2014/main" id="{15DE9623-F8C9-0551-2076-728C4B410A6B}"/>
              </a:ext>
            </a:extLst>
          </p:cNvPr>
          <p:cNvCxnSpPr>
            <a:cxnSpLocks/>
            <a:stCxn id="64" idx="2"/>
            <a:endCxn id="105" idx="0"/>
          </p:cNvCxnSpPr>
          <p:nvPr/>
        </p:nvCxnSpPr>
        <p:spPr>
          <a:xfrm rot="16200000" flipH="1">
            <a:off x="10704524" y="4900980"/>
            <a:ext cx="575697" cy="342411"/>
          </a:xfrm>
          <a:prstGeom prst="bentConnector3">
            <a:avLst>
              <a:gd name="adj1" fmla="val 50000"/>
            </a:avLst>
          </a:prstGeom>
          <a:ln w="12700" cap="rnd">
            <a:solidFill>
              <a:srgbClr val="00B050"/>
            </a:solidFill>
            <a:round/>
            <a:headEnd w="lg" len="sm"/>
            <a:tailEnd type="triangle" w="lg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nnecteur en angle 19">
            <a:extLst>
              <a:ext uri="{FF2B5EF4-FFF2-40B4-BE49-F238E27FC236}">
                <a16:creationId xmlns:a16="http://schemas.microsoft.com/office/drawing/2014/main" id="{CD4B4E14-C6EE-913A-E644-5AFE66D3C0A8}"/>
              </a:ext>
            </a:extLst>
          </p:cNvPr>
          <p:cNvCxnSpPr>
            <a:cxnSpLocks/>
            <a:stCxn id="105" idx="3"/>
            <a:endCxn id="67" idx="4"/>
          </p:cNvCxnSpPr>
          <p:nvPr/>
        </p:nvCxnSpPr>
        <p:spPr>
          <a:xfrm flipH="1" flipV="1">
            <a:off x="11414861" y="1207052"/>
            <a:ext cx="424641" cy="4473882"/>
          </a:xfrm>
          <a:prstGeom prst="bentConnector4">
            <a:avLst>
              <a:gd name="adj1" fmla="val -53834"/>
              <a:gd name="adj2" fmla="val 53586"/>
            </a:avLst>
          </a:prstGeom>
          <a:ln w="15875" cap="rnd">
            <a:solidFill>
              <a:schemeClr val="tx1"/>
            </a:solidFill>
            <a:round/>
            <a:headEnd w="lg" len="sm"/>
            <a:tailEnd type="triangle" w="lg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Rectangle 55">
            <a:extLst>
              <a:ext uri="{FF2B5EF4-FFF2-40B4-BE49-F238E27FC236}">
                <a16:creationId xmlns:a16="http://schemas.microsoft.com/office/drawing/2014/main" id="{27563049-6A24-E693-0870-2A57C561B43B}"/>
              </a:ext>
            </a:extLst>
          </p:cNvPr>
          <p:cNvSpPr/>
          <p:nvPr/>
        </p:nvSpPr>
        <p:spPr>
          <a:xfrm>
            <a:off x="4013855" y="4591397"/>
            <a:ext cx="717504" cy="181514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sz="1000" dirty="0">
                <a:solidFill>
                  <a:srgbClr val="FFC000"/>
                </a:solidFill>
              </a:rPr>
              <a:t>Renvoyé</a:t>
            </a:r>
            <a:endParaRPr lang="fr-FR" sz="1200" dirty="0">
              <a:solidFill>
                <a:srgbClr val="FFC000"/>
              </a:solidFill>
            </a:endParaRPr>
          </a:p>
        </p:txBody>
      </p:sp>
      <p:sp>
        <p:nvSpPr>
          <p:cNvPr id="110" name="Rectangle 55">
            <a:extLst>
              <a:ext uri="{FF2B5EF4-FFF2-40B4-BE49-F238E27FC236}">
                <a16:creationId xmlns:a16="http://schemas.microsoft.com/office/drawing/2014/main" id="{732A5CB3-A1DA-6380-736C-4BA1E949B662}"/>
              </a:ext>
            </a:extLst>
          </p:cNvPr>
          <p:cNvSpPr/>
          <p:nvPr/>
        </p:nvSpPr>
        <p:spPr>
          <a:xfrm>
            <a:off x="8081288" y="5398390"/>
            <a:ext cx="644665" cy="153829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sz="1000" dirty="0">
                <a:solidFill>
                  <a:srgbClr val="00B050"/>
                </a:solidFill>
              </a:rPr>
              <a:t>Reçu</a:t>
            </a:r>
            <a:endParaRPr lang="fr-FR" sz="1200" dirty="0">
              <a:solidFill>
                <a:srgbClr val="00B050"/>
              </a:solidFill>
            </a:endParaRPr>
          </a:p>
        </p:txBody>
      </p:sp>
      <p:sp>
        <p:nvSpPr>
          <p:cNvPr id="111" name="Rectangle 55">
            <a:extLst>
              <a:ext uri="{FF2B5EF4-FFF2-40B4-BE49-F238E27FC236}">
                <a16:creationId xmlns:a16="http://schemas.microsoft.com/office/drawing/2014/main" id="{7FAC0A6C-DE6F-2B0F-7658-A8487556667B}"/>
              </a:ext>
            </a:extLst>
          </p:cNvPr>
          <p:cNvSpPr/>
          <p:nvPr/>
        </p:nvSpPr>
        <p:spPr>
          <a:xfrm>
            <a:off x="7894808" y="6192041"/>
            <a:ext cx="644665" cy="153829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sz="1000" dirty="0">
                <a:solidFill>
                  <a:srgbClr val="00B050"/>
                </a:solidFill>
              </a:rPr>
              <a:t>Expédié</a:t>
            </a:r>
            <a:endParaRPr lang="fr-FR" sz="1200" dirty="0">
              <a:solidFill>
                <a:srgbClr val="00B050"/>
              </a:solidFill>
            </a:endParaRPr>
          </a:p>
        </p:txBody>
      </p:sp>
      <p:sp>
        <p:nvSpPr>
          <p:cNvPr id="112" name="Rectangle 55">
            <a:extLst>
              <a:ext uri="{FF2B5EF4-FFF2-40B4-BE49-F238E27FC236}">
                <a16:creationId xmlns:a16="http://schemas.microsoft.com/office/drawing/2014/main" id="{D682FBB3-C2E9-AAC0-0913-8B0A0DBA4E38}"/>
              </a:ext>
            </a:extLst>
          </p:cNvPr>
          <p:cNvSpPr/>
          <p:nvPr/>
        </p:nvSpPr>
        <p:spPr>
          <a:xfrm>
            <a:off x="8910709" y="4685854"/>
            <a:ext cx="638689" cy="310254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sz="1000" dirty="0">
                <a:solidFill>
                  <a:srgbClr val="00B050"/>
                </a:solidFill>
              </a:rPr>
              <a:t>Arrivée à Dakar</a:t>
            </a:r>
            <a:endParaRPr lang="fr-FR" sz="1200" dirty="0">
              <a:solidFill>
                <a:srgbClr val="00B050"/>
              </a:solidFill>
            </a:endParaRPr>
          </a:p>
        </p:txBody>
      </p:sp>
      <p:sp>
        <p:nvSpPr>
          <p:cNvPr id="113" name="Rectangle 55">
            <a:extLst>
              <a:ext uri="{FF2B5EF4-FFF2-40B4-BE49-F238E27FC236}">
                <a16:creationId xmlns:a16="http://schemas.microsoft.com/office/drawing/2014/main" id="{1E19436F-72EB-B332-A7CA-1751A9F196FC}"/>
              </a:ext>
            </a:extLst>
          </p:cNvPr>
          <p:cNvSpPr/>
          <p:nvPr/>
        </p:nvSpPr>
        <p:spPr>
          <a:xfrm>
            <a:off x="11097640" y="5940333"/>
            <a:ext cx="644665" cy="153829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sz="1000" dirty="0">
                <a:solidFill>
                  <a:srgbClr val="00B050"/>
                </a:solidFill>
              </a:rPr>
              <a:t>Livré</a:t>
            </a:r>
            <a:endParaRPr lang="fr-FR" sz="1200" dirty="0">
              <a:solidFill>
                <a:srgbClr val="00B050"/>
              </a:solidFill>
            </a:endParaRPr>
          </a:p>
        </p:txBody>
      </p:sp>
      <p:sp>
        <p:nvSpPr>
          <p:cNvPr id="114" name="Rectangle 55">
            <a:extLst>
              <a:ext uri="{FF2B5EF4-FFF2-40B4-BE49-F238E27FC236}">
                <a16:creationId xmlns:a16="http://schemas.microsoft.com/office/drawing/2014/main" id="{3D3C61C8-F130-93D5-222B-64FE54E2882F}"/>
              </a:ext>
            </a:extLst>
          </p:cNvPr>
          <p:cNvSpPr/>
          <p:nvPr/>
        </p:nvSpPr>
        <p:spPr>
          <a:xfrm>
            <a:off x="3763745" y="5514743"/>
            <a:ext cx="644665" cy="153829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sz="1000" dirty="0">
                <a:solidFill>
                  <a:srgbClr val="00B050"/>
                </a:solidFill>
              </a:rPr>
              <a:t>Validé</a:t>
            </a:r>
            <a:endParaRPr lang="fr-FR" sz="1200" dirty="0">
              <a:solidFill>
                <a:srgbClr val="00B050"/>
              </a:solidFill>
            </a:endParaRPr>
          </a:p>
        </p:txBody>
      </p:sp>
      <p:sp>
        <p:nvSpPr>
          <p:cNvPr id="115" name="ZoneTexte 114">
            <a:extLst>
              <a:ext uri="{FF2B5EF4-FFF2-40B4-BE49-F238E27FC236}">
                <a16:creationId xmlns:a16="http://schemas.microsoft.com/office/drawing/2014/main" id="{EDDAF961-2F2B-E745-D642-41317AB29C44}"/>
              </a:ext>
            </a:extLst>
          </p:cNvPr>
          <p:cNvSpPr txBox="1"/>
          <p:nvPr/>
        </p:nvSpPr>
        <p:spPr>
          <a:xfrm>
            <a:off x="265471" y="117987"/>
            <a:ext cx="66856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Processus métier </a:t>
            </a:r>
          </a:p>
          <a:p>
            <a:endParaRPr lang="fr-FR" dirty="0"/>
          </a:p>
        </p:txBody>
      </p:sp>
      <p:grpSp>
        <p:nvGrpSpPr>
          <p:cNvPr id="116" name="Groupe 115">
            <a:extLst>
              <a:ext uri="{FF2B5EF4-FFF2-40B4-BE49-F238E27FC236}">
                <a16:creationId xmlns:a16="http://schemas.microsoft.com/office/drawing/2014/main" id="{561B0AE8-E71C-1348-4A0B-E4C6311DE780}"/>
              </a:ext>
            </a:extLst>
          </p:cNvPr>
          <p:cNvGrpSpPr/>
          <p:nvPr/>
        </p:nvGrpSpPr>
        <p:grpSpPr>
          <a:xfrm>
            <a:off x="6683612" y="195986"/>
            <a:ext cx="4775072" cy="380427"/>
            <a:chOff x="7536511" y="1683204"/>
            <a:chExt cx="4569088" cy="383944"/>
          </a:xfrm>
        </p:grpSpPr>
        <p:sp>
          <p:nvSpPr>
            <p:cNvPr id="117" name="Rectangle : coins arrondis 67">
              <a:extLst>
                <a:ext uri="{FF2B5EF4-FFF2-40B4-BE49-F238E27FC236}">
                  <a16:creationId xmlns:a16="http://schemas.microsoft.com/office/drawing/2014/main" id="{FB000E03-04E1-A967-B018-F6FCA2B810CD}"/>
                </a:ext>
              </a:extLst>
            </p:cNvPr>
            <p:cNvSpPr/>
            <p:nvPr/>
          </p:nvSpPr>
          <p:spPr>
            <a:xfrm>
              <a:off x="10983987" y="1936881"/>
              <a:ext cx="304380" cy="89043"/>
            </a:xfrm>
            <a:prstGeom prst="roundRect">
              <a:avLst/>
            </a:prstGeom>
            <a:solidFill>
              <a:srgbClr val="F3F8FF"/>
            </a:solidFill>
            <a:ln w="15875" cap="rnd">
              <a:solidFill>
                <a:srgbClr val="001D44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900">
                <a:solidFill>
                  <a:srgbClr val="001D44"/>
                </a:solidFill>
              </a:endParaRPr>
            </a:p>
          </p:txBody>
        </p:sp>
        <p:sp>
          <p:nvSpPr>
            <p:cNvPr id="118" name="Organigramme : Décision 117">
              <a:extLst>
                <a:ext uri="{FF2B5EF4-FFF2-40B4-BE49-F238E27FC236}">
                  <a16:creationId xmlns:a16="http://schemas.microsoft.com/office/drawing/2014/main" id="{C4A138EE-BAB3-DC80-8F57-81A63C97C098}"/>
                </a:ext>
              </a:extLst>
            </p:cNvPr>
            <p:cNvSpPr/>
            <p:nvPr/>
          </p:nvSpPr>
          <p:spPr>
            <a:xfrm>
              <a:off x="8414808" y="1910548"/>
              <a:ext cx="304380" cy="141708"/>
            </a:xfrm>
            <a:prstGeom prst="flowChartDecision">
              <a:avLst/>
            </a:prstGeom>
            <a:solidFill>
              <a:srgbClr val="F3F8FF"/>
            </a:solidFill>
            <a:ln w="15875" cap="rnd">
              <a:solidFill>
                <a:srgbClr val="001D44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900">
                <a:solidFill>
                  <a:srgbClr val="001D44"/>
                </a:solidFill>
              </a:endParaRPr>
            </a:p>
          </p:txBody>
        </p:sp>
        <p:sp>
          <p:nvSpPr>
            <p:cNvPr id="119" name="Text Box 15">
              <a:extLst>
                <a:ext uri="{FF2B5EF4-FFF2-40B4-BE49-F238E27FC236}">
                  <a16:creationId xmlns:a16="http://schemas.microsoft.com/office/drawing/2014/main" id="{5E4ED629-02A2-F27E-D2D1-971AD53D44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316498" y="1873932"/>
              <a:ext cx="789101" cy="1051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fr-FR" sz="600" err="1">
                  <a:solidFill>
                    <a:srgbClr val="000000"/>
                  </a:solidFill>
                </a:rPr>
                <a:t>Activité</a:t>
              </a:r>
              <a:endParaRPr lang="en-US" altLang="fr-FR" sz="600">
                <a:solidFill>
                  <a:srgbClr val="000000"/>
                </a:solidFill>
              </a:endParaRPr>
            </a:p>
          </p:txBody>
        </p:sp>
        <p:sp>
          <p:nvSpPr>
            <p:cNvPr id="120" name="Text Box 5">
              <a:extLst>
                <a:ext uri="{FF2B5EF4-FFF2-40B4-BE49-F238E27FC236}">
                  <a16:creationId xmlns:a16="http://schemas.microsoft.com/office/drawing/2014/main" id="{551984E9-15FF-922A-0D32-1CF4D5BC14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84206" y="1890305"/>
              <a:ext cx="1207688" cy="1051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fr-FR" altLang="fr-FR" sz="600">
                  <a:solidFill>
                    <a:srgbClr val="000000"/>
                  </a:solidFill>
                </a:rPr>
                <a:t>Point de contrôle sur le flux </a:t>
              </a:r>
            </a:p>
          </p:txBody>
        </p:sp>
        <p:sp>
          <p:nvSpPr>
            <p:cNvPr id="121" name="Text Box 5">
              <a:extLst>
                <a:ext uri="{FF2B5EF4-FFF2-40B4-BE49-F238E27FC236}">
                  <a16:creationId xmlns:a16="http://schemas.microsoft.com/office/drawing/2014/main" id="{6A99D9FD-B8AA-DEB1-D6E4-42DEEF12BC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66347" y="1880774"/>
              <a:ext cx="659753" cy="1863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fr-FR" altLang="fr-FR" sz="600" dirty="0">
                  <a:solidFill>
                    <a:srgbClr val="000000"/>
                  </a:solidFill>
                </a:rPr>
                <a:t>Notifications</a:t>
              </a:r>
            </a:p>
          </p:txBody>
        </p:sp>
        <p:cxnSp>
          <p:nvCxnSpPr>
            <p:cNvPr id="122" name="Connecteur droit avec flèche 121">
              <a:extLst>
                <a:ext uri="{FF2B5EF4-FFF2-40B4-BE49-F238E27FC236}">
                  <a16:creationId xmlns:a16="http://schemas.microsoft.com/office/drawing/2014/main" id="{CA509E8F-3928-17DD-E654-BC7EC8EBE4DC}"/>
                </a:ext>
              </a:extLst>
            </p:cNvPr>
            <p:cNvCxnSpPr>
              <a:cxnSpLocks/>
            </p:cNvCxnSpPr>
            <p:nvPr/>
          </p:nvCxnSpPr>
          <p:spPr>
            <a:xfrm>
              <a:off x="7607763" y="1981402"/>
              <a:ext cx="195402" cy="0"/>
            </a:xfrm>
            <a:prstGeom prst="straightConnector1">
              <a:avLst/>
            </a:prstGeom>
            <a:ln w="15875" cap="rnd">
              <a:solidFill>
                <a:schemeClr val="accent5">
                  <a:lumMod val="50000"/>
                </a:schemeClr>
              </a:solidFill>
              <a:round/>
              <a:headEnd w="lg" len="sm"/>
              <a:tailEnd type="triangle" w="lg" len="sm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3" name="Text Box 15">
              <a:extLst>
                <a:ext uri="{FF2B5EF4-FFF2-40B4-BE49-F238E27FC236}">
                  <a16:creationId xmlns:a16="http://schemas.microsoft.com/office/drawing/2014/main" id="{E6AAD317-A4BA-F83D-0D41-E99BEBCADE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77896" y="1880218"/>
              <a:ext cx="789101" cy="1051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fr-FR" sz="600" err="1">
                  <a:solidFill>
                    <a:srgbClr val="000000"/>
                  </a:solidFill>
                </a:rPr>
                <a:t>Connecteur</a:t>
              </a:r>
              <a:endParaRPr lang="en-US" altLang="fr-FR" sz="600">
                <a:solidFill>
                  <a:srgbClr val="000000"/>
                </a:solidFill>
              </a:endParaRPr>
            </a:p>
          </p:txBody>
        </p:sp>
        <p:sp>
          <p:nvSpPr>
            <p:cNvPr id="124" name="Text Box 12">
              <a:extLst>
                <a:ext uri="{FF2B5EF4-FFF2-40B4-BE49-F238E27FC236}">
                  <a16:creationId xmlns:a16="http://schemas.microsoft.com/office/drawing/2014/main" id="{4FD0097B-0505-C536-5AB9-87CF1D08D0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36511" y="1683204"/>
              <a:ext cx="751581" cy="2019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fr-FR" sz="700" b="1" u="sng" err="1">
                  <a:solidFill>
                    <a:srgbClr val="000000"/>
                  </a:solidFill>
                </a:rPr>
                <a:t>Légende</a:t>
              </a:r>
              <a:r>
                <a:rPr lang="en-US" altLang="fr-FR" sz="700" b="1" u="sng">
                  <a:solidFill>
                    <a:srgbClr val="000000"/>
                  </a:solidFill>
                </a:rPr>
                <a:t> :</a:t>
              </a:r>
            </a:p>
          </p:txBody>
        </p:sp>
      </p:grpSp>
      <p:pic>
        <p:nvPicPr>
          <p:cNvPr id="125" name="Image 124">
            <a:extLst>
              <a:ext uri="{FF2B5EF4-FFF2-40B4-BE49-F238E27FC236}">
                <a16:creationId xmlns:a16="http://schemas.microsoft.com/office/drawing/2014/main" id="{A53F56A4-8376-9B46-8EAD-AC59C4EEEA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9803230" y="372857"/>
            <a:ext cx="239331" cy="235853"/>
          </a:xfrm>
          <a:prstGeom prst="rect">
            <a:avLst/>
          </a:prstGeom>
        </p:spPr>
      </p:pic>
      <p:sp>
        <p:nvSpPr>
          <p:cNvPr id="126" name="Rectangle 55">
            <a:extLst>
              <a:ext uri="{FF2B5EF4-FFF2-40B4-BE49-F238E27FC236}">
                <a16:creationId xmlns:a16="http://schemas.microsoft.com/office/drawing/2014/main" id="{1EBEDC82-06C3-3E0E-3F8A-384A144451EB}"/>
              </a:ext>
            </a:extLst>
          </p:cNvPr>
          <p:cNvSpPr/>
          <p:nvPr/>
        </p:nvSpPr>
        <p:spPr>
          <a:xfrm>
            <a:off x="11163578" y="441848"/>
            <a:ext cx="295106" cy="104193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200" dirty="0">
              <a:solidFill>
                <a:srgbClr val="FFC000"/>
              </a:solidFill>
            </a:endParaRPr>
          </a:p>
        </p:txBody>
      </p:sp>
      <p:sp>
        <p:nvSpPr>
          <p:cNvPr id="127" name="Text Box 5">
            <a:extLst>
              <a:ext uri="{FF2B5EF4-FFF2-40B4-BE49-F238E27FC236}">
                <a16:creationId xmlns:a16="http://schemas.microsoft.com/office/drawing/2014/main" id="{921D6606-8A1D-DF80-7E74-B8ED86CD01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61116" y="414001"/>
            <a:ext cx="689496" cy="1846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fr-FR" altLang="fr-FR" sz="600" dirty="0">
                <a:solidFill>
                  <a:srgbClr val="000000"/>
                </a:solidFill>
              </a:rPr>
              <a:t>Statut</a:t>
            </a:r>
          </a:p>
        </p:txBody>
      </p:sp>
      <p:cxnSp>
        <p:nvCxnSpPr>
          <p:cNvPr id="128" name="Connecteur en angle 19">
            <a:extLst>
              <a:ext uri="{FF2B5EF4-FFF2-40B4-BE49-F238E27FC236}">
                <a16:creationId xmlns:a16="http://schemas.microsoft.com/office/drawing/2014/main" id="{F2C6FCAF-DEB7-FCE6-D5B2-1039056B54DB}"/>
              </a:ext>
            </a:extLst>
          </p:cNvPr>
          <p:cNvCxnSpPr>
            <a:cxnSpLocks/>
            <a:stCxn id="63" idx="6"/>
            <a:endCxn id="68" idx="1"/>
          </p:cNvCxnSpPr>
          <p:nvPr/>
        </p:nvCxnSpPr>
        <p:spPr>
          <a:xfrm flipV="1">
            <a:off x="914263" y="1148710"/>
            <a:ext cx="274675" cy="194617"/>
          </a:xfrm>
          <a:prstGeom prst="bentConnector3">
            <a:avLst>
              <a:gd name="adj1" fmla="val 50000"/>
            </a:avLst>
          </a:prstGeom>
          <a:ln w="15875" cap="rnd">
            <a:solidFill>
              <a:schemeClr val="tx1"/>
            </a:solidFill>
            <a:round/>
            <a:headEnd w="lg" len="sm"/>
            <a:tailEnd type="triangle" w="lg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Connecteur en angle 19">
            <a:extLst>
              <a:ext uri="{FF2B5EF4-FFF2-40B4-BE49-F238E27FC236}">
                <a16:creationId xmlns:a16="http://schemas.microsoft.com/office/drawing/2014/main" id="{37902442-A0BE-A66C-7808-B960A685F6D5}"/>
              </a:ext>
            </a:extLst>
          </p:cNvPr>
          <p:cNvCxnSpPr>
            <a:cxnSpLocks/>
            <a:stCxn id="70" idx="3"/>
            <a:endCxn id="69" idx="2"/>
          </p:cNvCxnSpPr>
          <p:nvPr/>
        </p:nvCxnSpPr>
        <p:spPr>
          <a:xfrm>
            <a:off x="1813185" y="2243746"/>
            <a:ext cx="1579379" cy="917639"/>
          </a:xfrm>
          <a:prstGeom prst="bentConnector4">
            <a:avLst>
              <a:gd name="adj1" fmla="val 23953"/>
              <a:gd name="adj2" fmla="val 124912"/>
            </a:avLst>
          </a:prstGeom>
          <a:ln w="15875" cap="rnd">
            <a:solidFill>
              <a:schemeClr val="tx1"/>
            </a:solidFill>
            <a:round/>
            <a:headEnd w="lg" len="sm"/>
            <a:tailEnd type="triangle" w="lg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rganigramme : Décision 13">
            <a:extLst>
              <a:ext uri="{FF2B5EF4-FFF2-40B4-BE49-F238E27FC236}">
                <a16:creationId xmlns:a16="http://schemas.microsoft.com/office/drawing/2014/main" id="{E5D32BFB-30AC-9473-E30D-CF5E77B0D140}"/>
              </a:ext>
            </a:extLst>
          </p:cNvPr>
          <p:cNvSpPr/>
          <p:nvPr/>
        </p:nvSpPr>
        <p:spPr>
          <a:xfrm>
            <a:off x="5005446" y="1113036"/>
            <a:ext cx="1575700" cy="736325"/>
          </a:xfrm>
          <a:prstGeom prst="flowChartDecision">
            <a:avLst/>
          </a:prstGeom>
          <a:solidFill>
            <a:srgbClr val="F3F8FF"/>
          </a:solidFill>
          <a:ln w="15875" cap="rnd">
            <a:solidFill>
              <a:srgbClr val="001D4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 dirty="0">
                <a:ln>
                  <a:noFill/>
                </a:ln>
                <a:solidFill>
                  <a:srgbClr val="001D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Accepter le devis ?</a:t>
            </a:r>
          </a:p>
        </p:txBody>
      </p:sp>
      <p:sp>
        <p:nvSpPr>
          <p:cNvPr id="31" name="Rectangle : coins arrondis 53">
            <a:extLst>
              <a:ext uri="{FF2B5EF4-FFF2-40B4-BE49-F238E27FC236}">
                <a16:creationId xmlns:a16="http://schemas.microsoft.com/office/drawing/2014/main" id="{2FBCE596-7BD7-341A-411F-ED824E3C2570}"/>
              </a:ext>
            </a:extLst>
          </p:cNvPr>
          <p:cNvSpPr/>
          <p:nvPr/>
        </p:nvSpPr>
        <p:spPr>
          <a:xfrm>
            <a:off x="6091739" y="2743350"/>
            <a:ext cx="1645535" cy="641798"/>
          </a:xfrm>
          <a:prstGeom prst="roundRect">
            <a:avLst/>
          </a:prstGeom>
          <a:solidFill>
            <a:srgbClr val="F3F8FF"/>
          </a:solidFill>
          <a:ln w="15875" cap="rnd">
            <a:solidFill>
              <a:srgbClr val="001D4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100" dirty="0">
                <a:solidFill>
                  <a:srgbClr val="001D44"/>
                </a:solidFill>
                <a:latin typeface="Calibri" panose="020F0502020204030204"/>
              </a:rPr>
              <a:t>Effectuer l</a:t>
            </a:r>
            <a:r>
              <a:rPr kumimoji="0" lang="fr-FR" sz="1100" b="0" i="0" u="none" strike="noStrike" kern="1200" cap="none" spc="0" normalizeH="0" baseline="0" noProof="0" dirty="0">
                <a:ln>
                  <a:noFill/>
                </a:ln>
                <a:solidFill>
                  <a:srgbClr val="001D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 1</a:t>
            </a:r>
            <a:r>
              <a:rPr kumimoji="0" lang="fr-FR" sz="1100" b="0" i="0" u="none" strike="noStrike" kern="1200" cap="none" spc="0" normalizeH="0" baseline="30000" noProof="0" dirty="0">
                <a:ln>
                  <a:noFill/>
                </a:ln>
                <a:solidFill>
                  <a:srgbClr val="001D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er</a:t>
            </a:r>
            <a:r>
              <a:rPr kumimoji="0" lang="fr-FR" sz="1100" b="0" i="0" u="none" strike="noStrike" kern="1200" cap="none" spc="0" normalizeH="0" baseline="0" noProof="0" dirty="0">
                <a:ln>
                  <a:noFill/>
                </a:ln>
                <a:solidFill>
                  <a:srgbClr val="001D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paiement</a:t>
            </a:r>
          </a:p>
        </p:txBody>
      </p:sp>
      <p:sp>
        <p:nvSpPr>
          <p:cNvPr id="32" name="Organigramme : Décision 31">
            <a:extLst>
              <a:ext uri="{FF2B5EF4-FFF2-40B4-BE49-F238E27FC236}">
                <a16:creationId xmlns:a16="http://schemas.microsoft.com/office/drawing/2014/main" id="{C42531E5-7E4D-4152-76D4-62ABA1177A24}"/>
              </a:ext>
            </a:extLst>
          </p:cNvPr>
          <p:cNvSpPr/>
          <p:nvPr/>
        </p:nvSpPr>
        <p:spPr>
          <a:xfrm>
            <a:off x="6601418" y="4022497"/>
            <a:ext cx="1537813" cy="736325"/>
          </a:xfrm>
          <a:prstGeom prst="flowChartDecision">
            <a:avLst/>
          </a:prstGeom>
          <a:solidFill>
            <a:srgbClr val="F3F8FF"/>
          </a:solidFill>
          <a:ln w="15875" cap="rnd">
            <a:solidFill>
              <a:srgbClr val="001D4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 dirty="0">
                <a:ln>
                  <a:noFill/>
                </a:ln>
                <a:solidFill>
                  <a:srgbClr val="001D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Valider le paiement</a:t>
            </a:r>
          </a:p>
        </p:txBody>
      </p:sp>
      <p:sp>
        <p:nvSpPr>
          <p:cNvPr id="33" name="Rectangle : coins arrondis 53">
            <a:extLst>
              <a:ext uri="{FF2B5EF4-FFF2-40B4-BE49-F238E27FC236}">
                <a16:creationId xmlns:a16="http://schemas.microsoft.com/office/drawing/2014/main" id="{ADEF33A8-785E-A92B-954F-145E3E6BAC1B}"/>
              </a:ext>
            </a:extLst>
          </p:cNvPr>
          <p:cNvSpPr/>
          <p:nvPr/>
        </p:nvSpPr>
        <p:spPr>
          <a:xfrm>
            <a:off x="3126284" y="5796839"/>
            <a:ext cx="1645535" cy="641798"/>
          </a:xfrm>
          <a:prstGeom prst="roundRect">
            <a:avLst/>
          </a:prstGeom>
          <a:solidFill>
            <a:srgbClr val="F3F8FF"/>
          </a:solidFill>
          <a:ln w="15875" cap="rnd">
            <a:solidFill>
              <a:srgbClr val="001D4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 dirty="0">
                <a:ln>
                  <a:noFill/>
                </a:ln>
                <a:solidFill>
                  <a:srgbClr val="001D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Passer la commande</a:t>
            </a:r>
          </a:p>
        </p:txBody>
      </p:sp>
      <p:cxnSp>
        <p:nvCxnSpPr>
          <p:cNvPr id="47" name="Connecteur en angle 19">
            <a:extLst>
              <a:ext uri="{FF2B5EF4-FFF2-40B4-BE49-F238E27FC236}">
                <a16:creationId xmlns:a16="http://schemas.microsoft.com/office/drawing/2014/main" id="{5C09A656-EF81-412B-B990-B07F315BA4BB}"/>
              </a:ext>
            </a:extLst>
          </p:cNvPr>
          <p:cNvCxnSpPr>
            <a:cxnSpLocks/>
            <a:stCxn id="79" idx="3"/>
            <a:endCxn id="14" idx="2"/>
          </p:cNvCxnSpPr>
          <p:nvPr/>
        </p:nvCxnSpPr>
        <p:spPr>
          <a:xfrm flipV="1">
            <a:off x="4308342" y="1849361"/>
            <a:ext cx="1484954" cy="3421124"/>
          </a:xfrm>
          <a:prstGeom prst="bentConnector2">
            <a:avLst/>
          </a:prstGeom>
          <a:ln w="15875" cap="rnd">
            <a:solidFill>
              <a:schemeClr val="tx1"/>
            </a:solidFill>
            <a:round/>
            <a:headEnd w="lg" len="sm"/>
            <a:tailEnd type="triangle" w="lg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eur en angle 19">
            <a:extLst>
              <a:ext uri="{FF2B5EF4-FFF2-40B4-BE49-F238E27FC236}">
                <a16:creationId xmlns:a16="http://schemas.microsoft.com/office/drawing/2014/main" id="{0DA7A947-5963-EB63-7D6E-1C8BDF45EA4B}"/>
              </a:ext>
            </a:extLst>
          </p:cNvPr>
          <p:cNvCxnSpPr>
            <a:cxnSpLocks/>
            <a:stCxn id="14" idx="3"/>
            <a:endCxn id="21" idx="0"/>
          </p:cNvCxnSpPr>
          <p:nvPr/>
        </p:nvCxnSpPr>
        <p:spPr>
          <a:xfrm>
            <a:off x="6581146" y="1481199"/>
            <a:ext cx="805676" cy="165096"/>
          </a:xfrm>
          <a:prstGeom prst="bentConnector2">
            <a:avLst/>
          </a:prstGeom>
          <a:ln w="15875" cap="rnd">
            <a:solidFill>
              <a:srgbClr val="00B050"/>
            </a:solidFill>
            <a:round/>
            <a:headEnd w="lg" len="sm"/>
            <a:tailEnd type="triangle" w="lg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Connecteur en angle 19">
            <a:extLst>
              <a:ext uri="{FF2B5EF4-FFF2-40B4-BE49-F238E27FC236}">
                <a16:creationId xmlns:a16="http://schemas.microsoft.com/office/drawing/2014/main" id="{202CA0CB-7F71-4BFF-68FC-AF0BFAF905F7}"/>
              </a:ext>
            </a:extLst>
          </p:cNvPr>
          <p:cNvCxnSpPr>
            <a:cxnSpLocks/>
            <a:stCxn id="14" idx="0"/>
            <a:endCxn id="67" idx="0"/>
          </p:cNvCxnSpPr>
          <p:nvPr/>
        </p:nvCxnSpPr>
        <p:spPr>
          <a:xfrm rot="5400000" flipH="1" flipV="1">
            <a:off x="8524856" y="-1776968"/>
            <a:ext cx="158445" cy="5621565"/>
          </a:xfrm>
          <a:prstGeom prst="bentConnector3">
            <a:avLst>
              <a:gd name="adj1" fmla="val 244277"/>
            </a:avLst>
          </a:prstGeom>
          <a:ln w="15875" cap="rnd">
            <a:solidFill>
              <a:srgbClr val="C00000"/>
            </a:solidFill>
            <a:round/>
            <a:headEnd w="lg" len="sm"/>
            <a:tailEnd type="triangle" w="lg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Connecteur en angle 19">
            <a:extLst>
              <a:ext uri="{FF2B5EF4-FFF2-40B4-BE49-F238E27FC236}">
                <a16:creationId xmlns:a16="http://schemas.microsoft.com/office/drawing/2014/main" id="{2BE2ABCE-B08C-5515-4375-8AB5949B8B1D}"/>
              </a:ext>
            </a:extLst>
          </p:cNvPr>
          <p:cNvCxnSpPr>
            <a:cxnSpLocks/>
            <a:stCxn id="31" idx="3"/>
            <a:endCxn id="32" idx="3"/>
          </p:cNvCxnSpPr>
          <p:nvPr/>
        </p:nvCxnSpPr>
        <p:spPr>
          <a:xfrm>
            <a:off x="7737274" y="3064249"/>
            <a:ext cx="401957" cy="1326411"/>
          </a:xfrm>
          <a:prstGeom prst="bentConnector3">
            <a:avLst>
              <a:gd name="adj1" fmla="val 156872"/>
            </a:avLst>
          </a:prstGeom>
          <a:ln w="15875" cap="rnd">
            <a:solidFill>
              <a:schemeClr val="tx1"/>
            </a:solidFill>
            <a:round/>
            <a:headEnd w="lg" len="sm"/>
            <a:tailEnd type="triangle" w="lg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Connecteur en angle 19">
            <a:extLst>
              <a:ext uri="{FF2B5EF4-FFF2-40B4-BE49-F238E27FC236}">
                <a16:creationId xmlns:a16="http://schemas.microsoft.com/office/drawing/2014/main" id="{2597DCB5-F9B8-D53F-C0FC-C50460CA2831}"/>
              </a:ext>
            </a:extLst>
          </p:cNvPr>
          <p:cNvCxnSpPr>
            <a:cxnSpLocks/>
            <a:stCxn id="32" idx="0"/>
            <a:endCxn id="31" idx="2"/>
          </p:cNvCxnSpPr>
          <p:nvPr/>
        </p:nvCxnSpPr>
        <p:spPr>
          <a:xfrm rot="16200000" flipV="1">
            <a:off x="6823742" y="3475914"/>
            <a:ext cx="637349" cy="455818"/>
          </a:xfrm>
          <a:prstGeom prst="bentConnector3">
            <a:avLst>
              <a:gd name="adj1" fmla="val 50000"/>
            </a:avLst>
          </a:prstGeom>
          <a:ln w="15875" cap="rnd">
            <a:solidFill>
              <a:srgbClr val="C00000"/>
            </a:solidFill>
            <a:round/>
            <a:headEnd w="lg" len="sm"/>
            <a:tailEnd type="triangle" w="lg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Connecteur en angle 19">
            <a:extLst>
              <a:ext uri="{FF2B5EF4-FFF2-40B4-BE49-F238E27FC236}">
                <a16:creationId xmlns:a16="http://schemas.microsoft.com/office/drawing/2014/main" id="{23807D87-C47B-35C7-CCCB-5CA00D188A44}"/>
              </a:ext>
            </a:extLst>
          </p:cNvPr>
          <p:cNvCxnSpPr>
            <a:cxnSpLocks/>
            <a:stCxn id="32" idx="1"/>
          </p:cNvCxnSpPr>
          <p:nvPr/>
        </p:nvCxnSpPr>
        <p:spPr>
          <a:xfrm rot="10800000" flipV="1">
            <a:off x="4780088" y="4390660"/>
            <a:ext cx="1821331" cy="1727078"/>
          </a:xfrm>
          <a:prstGeom prst="bentConnector3">
            <a:avLst>
              <a:gd name="adj1" fmla="val 33265"/>
            </a:avLst>
          </a:prstGeom>
          <a:ln w="15875" cap="rnd">
            <a:solidFill>
              <a:schemeClr val="tx1"/>
            </a:solidFill>
            <a:round/>
            <a:headEnd w="lg" len="sm"/>
            <a:tailEnd type="triangle" w="lg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Connecteur en angle 19">
            <a:extLst>
              <a:ext uri="{FF2B5EF4-FFF2-40B4-BE49-F238E27FC236}">
                <a16:creationId xmlns:a16="http://schemas.microsoft.com/office/drawing/2014/main" id="{3DEEC91F-347A-84F0-5B9A-CCEA25BD24DA}"/>
              </a:ext>
            </a:extLst>
          </p:cNvPr>
          <p:cNvCxnSpPr>
            <a:cxnSpLocks/>
            <a:stCxn id="33" idx="2"/>
            <a:endCxn id="86" idx="2"/>
          </p:cNvCxnSpPr>
          <p:nvPr/>
        </p:nvCxnSpPr>
        <p:spPr>
          <a:xfrm rot="5400000" flipH="1" flipV="1">
            <a:off x="5421090" y="4945220"/>
            <a:ext cx="21378" cy="2965455"/>
          </a:xfrm>
          <a:prstGeom prst="bentConnector3">
            <a:avLst>
              <a:gd name="adj1" fmla="val -1069324"/>
            </a:avLst>
          </a:prstGeom>
          <a:ln w="15875" cap="rnd">
            <a:solidFill>
              <a:schemeClr val="tx1"/>
            </a:solidFill>
            <a:round/>
            <a:headEnd w="lg" len="sm"/>
            <a:tailEnd type="triangle" w="lg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 : coins arrondis 53">
            <a:extLst>
              <a:ext uri="{FF2B5EF4-FFF2-40B4-BE49-F238E27FC236}">
                <a16:creationId xmlns:a16="http://schemas.microsoft.com/office/drawing/2014/main" id="{CCB99A05-26D8-8E38-2B6A-1DD224455F60}"/>
              </a:ext>
            </a:extLst>
          </p:cNvPr>
          <p:cNvSpPr/>
          <p:nvPr/>
        </p:nvSpPr>
        <p:spPr>
          <a:xfrm>
            <a:off x="6564054" y="1646295"/>
            <a:ext cx="1645535" cy="641798"/>
          </a:xfrm>
          <a:prstGeom prst="roundRect">
            <a:avLst/>
          </a:prstGeom>
          <a:solidFill>
            <a:srgbClr val="F3F8FF"/>
          </a:solidFill>
          <a:ln w="15875" cap="rnd">
            <a:solidFill>
              <a:srgbClr val="001D4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100" dirty="0">
                <a:solidFill>
                  <a:srgbClr val="001D44"/>
                </a:solidFill>
                <a:latin typeface="Calibri" panose="020F0502020204030204"/>
              </a:rPr>
              <a:t>Faire une déclaration et choisir le mode d’expédition</a:t>
            </a:r>
            <a:endParaRPr kumimoji="0" lang="fr-FR" sz="1100" b="0" i="0" u="none" strike="noStrike" kern="1200" cap="none" spc="0" normalizeH="0" baseline="0" noProof="0" dirty="0">
              <a:ln>
                <a:noFill/>
              </a:ln>
              <a:solidFill>
                <a:srgbClr val="001D4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0" name="Connecteur en angle 19">
            <a:extLst>
              <a:ext uri="{FF2B5EF4-FFF2-40B4-BE49-F238E27FC236}">
                <a16:creationId xmlns:a16="http://schemas.microsoft.com/office/drawing/2014/main" id="{261CC88B-BFC4-48F6-41BC-F4912CF258EC}"/>
              </a:ext>
            </a:extLst>
          </p:cNvPr>
          <p:cNvCxnSpPr>
            <a:cxnSpLocks/>
            <a:stCxn id="21" idx="2"/>
            <a:endCxn id="31" idx="0"/>
          </p:cNvCxnSpPr>
          <p:nvPr/>
        </p:nvCxnSpPr>
        <p:spPr>
          <a:xfrm rot="5400000">
            <a:off x="6923037" y="2279564"/>
            <a:ext cx="455257" cy="472315"/>
          </a:xfrm>
          <a:prstGeom prst="bentConnector3">
            <a:avLst>
              <a:gd name="adj1" fmla="val 50000"/>
            </a:avLst>
          </a:prstGeom>
          <a:ln w="15875" cap="rnd">
            <a:solidFill>
              <a:schemeClr val="tx1"/>
            </a:solidFill>
            <a:round/>
            <a:headEnd w="lg" len="sm"/>
            <a:tailEnd type="triangle" w="lg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Image 56">
            <a:extLst>
              <a:ext uri="{FF2B5EF4-FFF2-40B4-BE49-F238E27FC236}">
                <a16:creationId xmlns:a16="http://schemas.microsoft.com/office/drawing/2014/main" id="{CA457F0A-3F42-1A0B-F2A2-AF3BAF9688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8886" y="4251840"/>
            <a:ext cx="309152" cy="304659"/>
          </a:xfrm>
          <a:prstGeom prst="rect">
            <a:avLst/>
          </a:prstGeom>
        </p:spPr>
      </p:pic>
      <p:pic>
        <p:nvPicPr>
          <p:cNvPr id="37" name="Image 56">
            <a:extLst>
              <a:ext uri="{FF2B5EF4-FFF2-40B4-BE49-F238E27FC236}">
                <a16:creationId xmlns:a16="http://schemas.microsoft.com/office/drawing/2014/main" id="{5F08F8B6-157C-8F96-CF1B-0E4ADE0892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0073" y="5321791"/>
            <a:ext cx="309152" cy="304659"/>
          </a:xfrm>
          <a:prstGeom prst="rect">
            <a:avLst/>
          </a:prstGeom>
        </p:spPr>
      </p:pic>
      <p:pic>
        <p:nvPicPr>
          <p:cNvPr id="39" name="Image 56">
            <a:extLst>
              <a:ext uri="{FF2B5EF4-FFF2-40B4-BE49-F238E27FC236}">
                <a16:creationId xmlns:a16="http://schemas.microsoft.com/office/drawing/2014/main" id="{15B63426-A683-BA9F-67F4-AF5B14CC2D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1583" y="1516872"/>
            <a:ext cx="309152" cy="304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0346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1971</TotalTime>
  <Words>206</Words>
  <Application>Microsoft Office PowerPoint</Application>
  <PresentationFormat>Grand écran</PresentationFormat>
  <Paragraphs>80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8" baseType="lpstr">
      <vt:lpstr>Abadi Extra Light</vt:lpstr>
      <vt:lpstr>Aptos</vt:lpstr>
      <vt:lpstr>Aptos Display</vt:lpstr>
      <vt:lpstr>Arial</vt:lpstr>
      <vt:lpstr>Calibri</vt:lpstr>
      <vt:lpstr>Thème Office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Aminata Sylla</dc:creator>
  <cp:lastModifiedBy>Aminata Sylla</cp:lastModifiedBy>
  <cp:revision>2</cp:revision>
  <dcterms:created xsi:type="dcterms:W3CDTF">2024-08-06T16:40:17Z</dcterms:created>
  <dcterms:modified xsi:type="dcterms:W3CDTF">2024-08-08T17:54:17Z</dcterms:modified>
</cp:coreProperties>
</file>